
<file path=[Content_Types].xml><?xml version="1.0" encoding="utf-8"?>
<Types xmlns="http://schemas.openxmlformats.org/package/2006/content-types">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Lst>
  <p:sldSz cy="5143500" cx="9144000"/>
  <p:notesSz cx="6858000" cy="9144000"/>
  <p:embeddedFontLst>
    <p:embeddedFont>
      <p:font typeface="Raleway"/>
      <p:regular r:id="rId11"/>
      <p:bold r:id="rId12"/>
      <p:italic r:id="rId13"/>
      <p:boldItalic r:id="rId14"/>
    </p:embeddedFont>
    <p:embeddedFont>
      <p:font typeface="Lato"/>
      <p:regular r:id="rId15"/>
      <p:bold r:id="rId16"/>
      <p:italic r:id="rId17"/>
      <p:boldItalic r:id="rId1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font" Target="fonts/Raleway-regular.fntdata"/><Relationship Id="rId10" Type="http://schemas.openxmlformats.org/officeDocument/2006/relationships/slide" Target="slides/slide5.xml"/><Relationship Id="rId13" Type="http://schemas.openxmlformats.org/officeDocument/2006/relationships/font" Target="fonts/Raleway-italic.fntdata"/><Relationship Id="rId12" Type="http://schemas.openxmlformats.org/officeDocument/2006/relationships/font" Target="fonts/Raleway-bold.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Lato-regular.fntdata"/><Relationship Id="rId14" Type="http://schemas.openxmlformats.org/officeDocument/2006/relationships/font" Target="fonts/Raleway-boldItalic.fntdata"/><Relationship Id="rId17" Type="http://schemas.openxmlformats.org/officeDocument/2006/relationships/font" Target="fonts/Lato-italic.fntdata"/><Relationship Id="rId16" Type="http://schemas.openxmlformats.org/officeDocument/2006/relationships/font" Target="fonts/Lato-bold.fntdata"/><Relationship Id="rId5" Type="http://schemas.openxmlformats.org/officeDocument/2006/relationships/notesMaster" Target="notesMasters/notesMaster1.xml"/><Relationship Id="rId6" Type="http://schemas.openxmlformats.org/officeDocument/2006/relationships/slide" Target="slides/slide1.xml"/><Relationship Id="rId18" Type="http://schemas.openxmlformats.org/officeDocument/2006/relationships/font" Target="fonts/Lato-boldItalic.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8d4eaf612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8d4eaf612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8d4eaf612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8d4eaf612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8d4eaf612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8d4eaf612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8d4eaf6120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8d4eaf6120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lt2"/>
        </a:solidFill>
      </p:bgPr>
    </p:bg>
    <p:spTree>
      <p:nvGrpSpPr>
        <p:cNvPr id="9" name="Shape 9"/>
        <p:cNvGrpSpPr/>
        <p:nvPr/>
      </p:nvGrpSpPr>
      <p:grpSpPr>
        <a:xfrm>
          <a:off x="0" y="0"/>
          <a:ext cx="0" cy="0"/>
          <a:chOff x="0" y="0"/>
          <a:chExt cx="0" cy="0"/>
        </a:xfrm>
      </p:grpSpPr>
      <p:sp>
        <p:nvSpPr>
          <p:cNvPr id="10" name="Google Shape;10;p2"/>
          <p:cNvSpPr/>
          <p:nvPr/>
        </p:nvSpPr>
        <p:spPr>
          <a:xfrm>
            <a:off x="0" y="0"/>
            <a:ext cx="9144000" cy="4878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 name="Google Shape;11;p2"/>
          <p:cNvGrpSpPr/>
          <p:nvPr/>
        </p:nvGrpSpPr>
        <p:grpSpPr>
          <a:xfrm>
            <a:off x="830392" y="1191256"/>
            <a:ext cx="745763" cy="45826"/>
            <a:chOff x="4580561" y="2589004"/>
            <a:chExt cx="1064464" cy="25200"/>
          </a:xfrm>
        </p:grpSpPr>
        <p:sp>
          <p:nvSpPr>
            <p:cNvPr id="12" name="Google Shape;12;p2"/>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 name="Google Shape;14;p2"/>
          <p:cNvSpPr txBox="1"/>
          <p:nvPr>
            <p:ph type="ctrTitle"/>
          </p:nvPr>
        </p:nvSpPr>
        <p:spPr>
          <a:xfrm>
            <a:off x="729450" y="1322450"/>
            <a:ext cx="7688100" cy="1664700"/>
          </a:xfrm>
          <a:prstGeom prst="rect">
            <a:avLst/>
          </a:prstGeom>
        </p:spPr>
        <p:txBody>
          <a:bodyPr anchorCtr="0" anchor="t"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5" name="Google Shape;15;p2"/>
          <p:cNvSpPr txBox="1"/>
          <p:nvPr>
            <p:ph idx="1" type="subTitle"/>
          </p:nvPr>
        </p:nvSpPr>
        <p:spPr>
          <a:xfrm>
            <a:off x="729627" y="3172900"/>
            <a:ext cx="7688100" cy="5412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p:txBody>
      </p:sp>
      <p:sp>
        <p:nvSpPr>
          <p:cNvPr id="16" name="Google Shape;16;p2"/>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17" name="Shape 17"/>
        <p:cNvGrpSpPr/>
        <p:nvPr/>
      </p:nvGrpSpPr>
      <p:grpSpPr>
        <a:xfrm>
          <a:off x="0" y="0"/>
          <a:ext cx="0" cy="0"/>
          <a:chOff x="0" y="0"/>
          <a:chExt cx="0" cy="0"/>
        </a:xfrm>
      </p:grpSpPr>
      <p:grpSp>
        <p:nvGrpSpPr>
          <p:cNvPr id="18" name="Google Shape;18;p3"/>
          <p:cNvGrpSpPr/>
          <p:nvPr/>
        </p:nvGrpSpPr>
        <p:grpSpPr>
          <a:xfrm>
            <a:off x="830392" y="1191256"/>
            <a:ext cx="745763" cy="45826"/>
            <a:chOff x="4580561" y="2589004"/>
            <a:chExt cx="1064464" cy="25200"/>
          </a:xfrm>
        </p:grpSpPr>
        <p:sp>
          <p:nvSpPr>
            <p:cNvPr id="19" name="Google Shape;19;p3"/>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1" name="Google Shape;21;p3"/>
          <p:cNvSpPr txBox="1"/>
          <p:nvPr>
            <p:ph type="title"/>
          </p:nvPr>
        </p:nvSpPr>
        <p:spPr>
          <a:xfrm>
            <a:off x="729450" y="1322450"/>
            <a:ext cx="7688400" cy="1518600"/>
          </a:xfrm>
          <a:prstGeom prst="rect">
            <a:avLst/>
          </a:prstGeom>
        </p:spPr>
        <p:txBody>
          <a:bodyPr anchorCtr="0" anchor="t" bIns="91425" lIns="91425" spcFirstLastPara="1" rIns="91425" wrap="square" tIns="91425">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p:txBody>
      </p:sp>
      <p:sp>
        <p:nvSpPr>
          <p:cNvPr id="22" name="Google Shape;22;p3"/>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3" name="Shape 23"/>
        <p:cNvGrpSpPr/>
        <p:nvPr/>
      </p:nvGrpSpPr>
      <p:grpSpPr>
        <a:xfrm>
          <a:off x="0" y="0"/>
          <a:ext cx="0" cy="0"/>
          <a:chOff x="0" y="0"/>
          <a:chExt cx="0" cy="0"/>
        </a:xfrm>
      </p:grpSpPr>
      <p:sp>
        <p:nvSpPr>
          <p:cNvPr id="24" name="Google Shape;24;p4"/>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5" name="Google Shape;25;p4"/>
          <p:cNvGrpSpPr/>
          <p:nvPr/>
        </p:nvGrpSpPr>
        <p:grpSpPr>
          <a:xfrm>
            <a:off x="830392" y="1191256"/>
            <a:ext cx="745763" cy="45826"/>
            <a:chOff x="4580561" y="2589004"/>
            <a:chExt cx="1064464" cy="25200"/>
          </a:xfrm>
        </p:grpSpPr>
        <p:sp>
          <p:nvSpPr>
            <p:cNvPr id="26" name="Google Shape;26;p4"/>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4"/>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8" name="Google Shape;28;p4"/>
          <p:cNvSpPr txBox="1"/>
          <p:nvPr>
            <p:ph type="title"/>
          </p:nvPr>
        </p:nvSpPr>
        <p:spPr>
          <a:xfrm>
            <a:off x="729450" y="1318650"/>
            <a:ext cx="7688700" cy="5352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29" name="Google Shape;29;p4"/>
          <p:cNvSpPr txBox="1"/>
          <p:nvPr>
            <p:ph idx="1" type="body"/>
          </p:nvPr>
        </p:nvSpPr>
        <p:spPr>
          <a:xfrm>
            <a:off x="729450" y="2078875"/>
            <a:ext cx="7688700" cy="22611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30" name="Google Shape;30;p4"/>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1" name="Shape 31"/>
        <p:cNvGrpSpPr/>
        <p:nvPr/>
      </p:nvGrpSpPr>
      <p:grpSpPr>
        <a:xfrm>
          <a:off x="0" y="0"/>
          <a:ext cx="0" cy="0"/>
          <a:chOff x="0" y="0"/>
          <a:chExt cx="0" cy="0"/>
        </a:xfrm>
      </p:grpSpPr>
      <p:sp>
        <p:nvSpPr>
          <p:cNvPr id="32" name="Google Shape;32;p5"/>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3" name="Google Shape;33;p5"/>
          <p:cNvGrpSpPr/>
          <p:nvPr/>
        </p:nvGrpSpPr>
        <p:grpSpPr>
          <a:xfrm>
            <a:off x="830392" y="1191256"/>
            <a:ext cx="745763" cy="45826"/>
            <a:chOff x="4580561" y="2589004"/>
            <a:chExt cx="1064464" cy="25200"/>
          </a:xfrm>
        </p:grpSpPr>
        <p:sp>
          <p:nvSpPr>
            <p:cNvPr id="34" name="Google Shape;34;p5"/>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5"/>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 name="Google Shape;36;p5"/>
          <p:cNvSpPr txBox="1"/>
          <p:nvPr>
            <p:ph type="title"/>
          </p:nvPr>
        </p:nvSpPr>
        <p:spPr>
          <a:xfrm>
            <a:off x="729450" y="1318650"/>
            <a:ext cx="7688400" cy="5352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37" name="Google Shape;37;p5"/>
          <p:cNvSpPr txBox="1"/>
          <p:nvPr>
            <p:ph idx="1" type="body"/>
          </p:nvPr>
        </p:nvSpPr>
        <p:spPr>
          <a:xfrm>
            <a:off x="729325" y="2078875"/>
            <a:ext cx="3774300" cy="22611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38" name="Google Shape;38;p5"/>
          <p:cNvSpPr txBox="1"/>
          <p:nvPr>
            <p:ph idx="2" type="body"/>
          </p:nvPr>
        </p:nvSpPr>
        <p:spPr>
          <a:xfrm>
            <a:off x="4643604" y="2078875"/>
            <a:ext cx="3774300" cy="22611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39" name="Google Shape;39;p5"/>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0" name="Shape 40"/>
        <p:cNvGrpSpPr/>
        <p:nvPr/>
      </p:nvGrpSpPr>
      <p:grpSpPr>
        <a:xfrm>
          <a:off x="0" y="0"/>
          <a:ext cx="0" cy="0"/>
          <a:chOff x="0" y="0"/>
          <a:chExt cx="0" cy="0"/>
        </a:xfrm>
      </p:grpSpPr>
      <p:sp>
        <p:nvSpPr>
          <p:cNvPr id="41" name="Google Shape;41;p6"/>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2" name="Google Shape;42;p6"/>
          <p:cNvGrpSpPr/>
          <p:nvPr/>
        </p:nvGrpSpPr>
        <p:grpSpPr>
          <a:xfrm>
            <a:off x="830392" y="1191256"/>
            <a:ext cx="745763" cy="45826"/>
            <a:chOff x="4580561" y="2589004"/>
            <a:chExt cx="1064464" cy="25200"/>
          </a:xfrm>
        </p:grpSpPr>
        <p:sp>
          <p:nvSpPr>
            <p:cNvPr id="43" name="Google Shape;43;p6"/>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6"/>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 name="Google Shape;45;p6"/>
          <p:cNvSpPr txBox="1"/>
          <p:nvPr>
            <p:ph type="title"/>
          </p:nvPr>
        </p:nvSpPr>
        <p:spPr>
          <a:xfrm>
            <a:off x="729450" y="1318650"/>
            <a:ext cx="7688400" cy="5352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46" name="Google Shape;46;p6"/>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7" name="Shape 47"/>
        <p:cNvGrpSpPr/>
        <p:nvPr/>
      </p:nvGrpSpPr>
      <p:grpSpPr>
        <a:xfrm>
          <a:off x="0" y="0"/>
          <a:ext cx="0" cy="0"/>
          <a:chOff x="0" y="0"/>
          <a:chExt cx="0" cy="0"/>
        </a:xfrm>
      </p:grpSpPr>
      <p:sp>
        <p:nvSpPr>
          <p:cNvPr id="48" name="Google Shape;48;p7"/>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9" name="Google Shape;49;p7"/>
          <p:cNvGrpSpPr/>
          <p:nvPr/>
        </p:nvGrpSpPr>
        <p:grpSpPr>
          <a:xfrm>
            <a:off x="830392" y="1191256"/>
            <a:ext cx="745763" cy="45826"/>
            <a:chOff x="4580561" y="2589004"/>
            <a:chExt cx="1064464" cy="25200"/>
          </a:xfrm>
        </p:grpSpPr>
        <p:sp>
          <p:nvSpPr>
            <p:cNvPr id="50" name="Google Shape;50;p7"/>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7"/>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2" name="Google Shape;52;p7"/>
          <p:cNvSpPr txBox="1"/>
          <p:nvPr>
            <p:ph type="title"/>
          </p:nvPr>
        </p:nvSpPr>
        <p:spPr>
          <a:xfrm>
            <a:off x="730000" y="1318650"/>
            <a:ext cx="3300900" cy="13815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53" name="Google Shape;53;p7"/>
          <p:cNvSpPr txBox="1"/>
          <p:nvPr>
            <p:ph idx="1" type="body"/>
          </p:nvPr>
        </p:nvSpPr>
        <p:spPr>
          <a:xfrm>
            <a:off x="721225" y="2781725"/>
            <a:ext cx="3300900" cy="15975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54" name="Google Shape;54;p7"/>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3"/>
        </a:solidFill>
      </p:bgPr>
    </p:bg>
    <p:spTree>
      <p:nvGrpSpPr>
        <p:cNvPr id="55" name="Shape 55"/>
        <p:cNvGrpSpPr/>
        <p:nvPr/>
      </p:nvGrpSpPr>
      <p:grpSpPr>
        <a:xfrm>
          <a:off x="0" y="0"/>
          <a:ext cx="0" cy="0"/>
          <a:chOff x="0" y="0"/>
          <a:chExt cx="0" cy="0"/>
        </a:xfrm>
      </p:grpSpPr>
      <p:grpSp>
        <p:nvGrpSpPr>
          <p:cNvPr id="56" name="Google Shape;56;p8"/>
          <p:cNvGrpSpPr/>
          <p:nvPr/>
        </p:nvGrpSpPr>
        <p:grpSpPr>
          <a:xfrm>
            <a:off x="830392" y="4169130"/>
            <a:ext cx="745763" cy="45826"/>
            <a:chOff x="4580561" y="2589004"/>
            <a:chExt cx="1064464" cy="25200"/>
          </a:xfrm>
        </p:grpSpPr>
        <p:sp>
          <p:nvSpPr>
            <p:cNvPr id="57" name="Google Shape;57;p8"/>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8"/>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9" name="Google Shape;59;p8"/>
          <p:cNvSpPr txBox="1"/>
          <p:nvPr>
            <p:ph type="title"/>
          </p:nvPr>
        </p:nvSpPr>
        <p:spPr>
          <a:xfrm>
            <a:off x="729450" y="864300"/>
            <a:ext cx="7021200" cy="29850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p:txBody>
      </p:sp>
      <p:sp>
        <p:nvSpPr>
          <p:cNvPr id="60" name="Google Shape;60;p8"/>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 name="Shape 61"/>
        <p:cNvGrpSpPr/>
        <p:nvPr/>
      </p:nvGrpSpPr>
      <p:grpSpPr>
        <a:xfrm>
          <a:off x="0" y="0"/>
          <a:ext cx="0" cy="0"/>
          <a:chOff x="0" y="0"/>
          <a:chExt cx="0" cy="0"/>
        </a:xfrm>
      </p:grpSpPr>
      <p:sp>
        <p:nvSpPr>
          <p:cNvPr id="62" name="Google Shape;62;p9"/>
          <p:cNvSpPr/>
          <p:nvPr/>
        </p:nvSpPr>
        <p:spPr>
          <a:xfrm>
            <a:off x="0" y="0"/>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3" name="Google Shape;63;p9"/>
          <p:cNvGrpSpPr/>
          <p:nvPr/>
        </p:nvGrpSpPr>
        <p:grpSpPr>
          <a:xfrm>
            <a:off x="830392" y="1191256"/>
            <a:ext cx="745763" cy="45826"/>
            <a:chOff x="4580561" y="2589004"/>
            <a:chExt cx="1064464" cy="25200"/>
          </a:xfrm>
        </p:grpSpPr>
        <p:sp>
          <p:nvSpPr>
            <p:cNvPr id="64" name="Google Shape;64;p9"/>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9"/>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6" name="Google Shape;66;p9"/>
          <p:cNvSpPr txBox="1"/>
          <p:nvPr>
            <p:ph type="title"/>
          </p:nvPr>
        </p:nvSpPr>
        <p:spPr>
          <a:xfrm>
            <a:off x="730000" y="1318650"/>
            <a:ext cx="3300900" cy="16872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67" name="Google Shape;67;p9"/>
          <p:cNvSpPr txBox="1"/>
          <p:nvPr>
            <p:ph idx="1" type="subTitle"/>
          </p:nvPr>
        </p:nvSpPr>
        <p:spPr>
          <a:xfrm>
            <a:off x="724950" y="3161525"/>
            <a:ext cx="3300900" cy="7590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p:txBody>
      </p:sp>
      <p:sp>
        <p:nvSpPr>
          <p:cNvPr id="68" name="Google Shape;68;p9"/>
          <p:cNvSpPr txBox="1"/>
          <p:nvPr>
            <p:ph idx="2" type="body"/>
          </p:nvPr>
        </p:nvSpPr>
        <p:spPr>
          <a:xfrm>
            <a:off x="5174225" y="1352625"/>
            <a:ext cx="3374400" cy="30255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69" name="Google Shape;69;p9"/>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0" name="Shape 70"/>
        <p:cNvGrpSpPr/>
        <p:nvPr/>
      </p:nvGrpSpPr>
      <p:grpSpPr>
        <a:xfrm>
          <a:off x="0" y="0"/>
          <a:ext cx="0" cy="0"/>
          <a:chOff x="0" y="0"/>
          <a:chExt cx="0" cy="0"/>
        </a:xfrm>
      </p:grpSpPr>
      <p:sp>
        <p:nvSpPr>
          <p:cNvPr id="71" name="Google Shape;71;p10"/>
          <p:cNvSpPr txBox="1"/>
          <p:nvPr>
            <p:ph idx="1" type="body"/>
          </p:nvPr>
        </p:nvSpPr>
        <p:spPr>
          <a:xfrm>
            <a:off x="724950" y="4372551"/>
            <a:ext cx="7697400" cy="4605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300"/>
              <a:buNone/>
              <a:defRPr/>
            </a:lvl1pPr>
          </a:lstStyle>
          <a:p/>
        </p:txBody>
      </p:sp>
      <p:sp>
        <p:nvSpPr>
          <p:cNvPr id="72" name="Google Shape;72;p10"/>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73" name="Shape 73"/>
        <p:cNvGrpSpPr/>
        <p:nvPr/>
      </p:nvGrpSpPr>
      <p:grpSpPr>
        <a:xfrm>
          <a:off x="0" y="0"/>
          <a:ext cx="0" cy="0"/>
          <a:chOff x="0" y="0"/>
          <a:chExt cx="0" cy="0"/>
        </a:xfrm>
      </p:grpSpPr>
      <p:grpSp>
        <p:nvGrpSpPr>
          <p:cNvPr id="74" name="Google Shape;74;p11"/>
          <p:cNvGrpSpPr/>
          <p:nvPr/>
        </p:nvGrpSpPr>
        <p:grpSpPr>
          <a:xfrm>
            <a:off x="830392" y="4169130"/>
            <a:ext cx="745763" cy="45826"/>
            <a:chOff x="4580561" y="2589004"/>
            <a:chExt cx="1064464" cy="25200"/>
          </a:xfrm>
        </p:grpSpPr>
        <p:sp>
          <p:nvSpPr>
            <p:cNvPr id="75" name="Google Shape;75;p11"/>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11"/>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7" name="Google Shape;77;p11"/>
          <p:cNvSpPr txBox="1"/>
          <p:nvPr>
            <p:ph hasCustomPrompt="1" type="title"/>
          </p:nvPr>
        </p:nvSpPr>
        <p:spPr>
          <a:xfrm>
            <a:off x="729450" y="733950"/>
            <a:ext cx="7688400" cy="1244700"/>
          </a:xfrm>
          <a:prstGeom prst="rect">
            <a:avLst/>
          </a:prstGeom>
        </p:spPr>
        <p:txBody>
          <a:bodyPr anchorCtr="0" anchor="t" bIns="91425" lIns="91425" spcFirstLastPara="1" rIns="91425" wrap="square" tIns="91425">
            <a:normAutofit/>
          </a:bodyPr>
          <a:lstStyle>
            <a:lvl1pPr lvl="0">
              <a:spcBef>
                <a:spcPts val="0"/>
              </a:spcBef>
              <a:spcAft>
                <a:spcPts val="0"/>
              </a:spcAft>
              <a:buClr>
                <a:schemeClr val="lt1"/>
              </a:buClr>
              <a:buSzPts val="8000"/>
              <a:buNone/>
              <a:defRPr sz="8000">
                <a:solidFill>
                  <a:schemeClr val="lt1"/>
                </a:solidFill>
              </a:defRPr>
            </a:lvl1pPr>
            <a:lvl2pPr lvl="1">
              <a:spcBef>
                <a:spcPts val="0"/>
              </a:spcBef>
              <a:spcAft>
                <a:spcPts val="0"/>
              </a:spcAft>
              <a:buClr>
                <a:schemeClr val="lt1"/>
              </a:buClr>
              <a:buSzPts val="8000"/>
              <a:buNone/>
              <a:defRPr sz="8000">
                <a:solidFill>
                  <a:schemeClr val="lt1"/>
                </a:solidFill>
              </a:defRPr>
            </a:lvl2pPr>
            <a:lvl3pPr lvl="2">
              <a:spcBef>
                <a:spcPts val="0"/>
              </a:spcBef>
              <a:spcAft>
                <a:spcPts val="0"/>
              </a:spcAft>
              <a:buClr>
                <a:schemeClr val="lt1"/>
              </a:buClr>
              <a:buSzPts val="8000"/>
              <a:buNone/>
              <a:defRPr sz="8000">
                <a:solidFill>
                  <a:schemeClr val="lt1"/>
                </a:solidFill>
              </a:defRPr>
            </a:lvl3pPr>
            <a:lvl4pPr lvl="3">
              <a:spcBef>
                <a:spcPts val="0"/>
              </a:spcBef>
              <a:spcAft>
                <a:spcPts val="0"/>
              </a:spcAft>
              <a:buClr>
                <a:schemeClr val="lt1"/>
              </a:buClr>
              <a:buSzPts val="8000"/>
              <a:buNone/>
              <a:defRPr sz="8000">
                <a:solidFill>
                  <a:schemeClr val="lt1"/>
                </a:solidFill>
              </a:defRPr>
            </a:lvl4pPr>
            <a:lvl5pPr lvl="4">
              <a:spcBef>
                <a:spcPts val="0"/>
              </a:spcBef>
              <a:spcAft>
                <a:spcPts val="0"/>
              </a:spcAft>
              <a:buClr>
                <a:schemeClr val="lt1"/>
              </a:buClr>
              <a:buSzPts val="8000"/>
              <a:buNone/>
              <a:defRPr sz="8000">
                <a:solidFill>
                  <a:schemeClr val="lt1"/>
                </a:solidFill>
              </a:defRPr>
            </a:lvl5pPr>
            <a:lvl6pPr lvl="5">
              <a:spcBef>
                <a:spcPts val="0"/>
              </a:spcBef>
              <a:spcAft>
                <a:spcPts val="0"/>
              </a:spcAft>
              <a:buClr>
                <a:schemeClr val="lt1"/>
              </a:buClr>
              <a:buSzPts val="8000"/>
              <a:buNone/>
              <a:defRPr sz="8000">
                <a:solidFill>
                  <a:schemeClr val="lt1"/>
                </a:solidFill>
              </a:defRPr>
            </a:lvl6pPr>
            <a:lvl7pPr lvl="6">
              <a:spcBef>
                <a:spcPts val="0"/>
              </a:spcBef>
              <a:spcAft>
                <a:spcPts val="0"/>
              </a:spcAft>
              <a:buClr>
                <a:schemeClr val="lt1"/>
              </a:buClr>
              <a:buSzPts val="8000"/>
              <a:buNone/>
              <a:defRPr sz="8000">
                <a:solidFill>
                  <a:schemeClr val="lt1"/>
                </a:solidFill>
              </a:defRPr>
            </a:lvl7pPr>
            <a:lvl8pPr lvl="7">
              <a:spcBef>
                <a:spcPts val="0"/>
              </a:spcBef>
              <a:spcAft>
                <a:spcPts val="0"/>
              </a:spcAft>
              <a:buClr>
                <a:schemeClr val="lt1"/>
              </a:buClr>
              <a:buSzPts val="8000"/>
              <a:buNone/>
              <a:defRPr sz="8000">
                <a:solidFill>
                  <a:schemeClr val="lt1"/>
                </a:solidFill>
              </a:defRPr>
            </a:lvl8pPr>
            <a:lvl9pPr lvl="8">
              <a:spcBef>
                <a:spcPts val="0"/>
              </a:spcBef>
              <a:spcAft>
                <a:spcPts val="0"/>
              </a:spcAft>
              <a:buClr>
                <a:schemeClr val="lt1"/>
              </a:buClr>
              <a:buSzPts val="8000"/>
              <a:buNone/>
              <a:defRPr sz="8000">
                <a:solidFill>
                  <a:schemeClr val="lt1"/>
                </a:solidFill>
              </a:defRPr>
            </a:lvl9pPr>
          </a:lstStyle>
          <a:p>
            <a:r>
              <a:t>xx%</a:t>
            </a:r>
          </a:p>
        </p:txBody>
      </p:sp>
      <p:sp>
        <p:nvSpPr>
          <p:cNvPr id="78" name="Google Shape;78;p11"/>
          <p:cNvSpPr txBox="1"/>
          <p:nvPr>
            <p:ph idx="1" type="body"/>
          </p:nvPr>
        </p:nvSpPr>
        <p:spPr>
          <a:xfrm>
            <a:off x="729450" y="2272888"/>
            <a:ext cx="7688400" cy="15804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Clr>
                <a:schemeClr val="lt1"/>
              </a:buClr>
              <a:buSzPts val="1300"/>
              <a:buChar char="●"/>
              <a:defRPr>
                <a:solidFill>
                  <a:schemeClr val="lt1"/>
                </a:solidFill>
              </a:defRPr>
            </a:lvl1pPr>
            <a:lvl2pPr indent="-298450" lvl="1" marL="914400">
              <a:spcBef>
                <a:spcPts val="0"/>
              </a:spcBef>
              <a:spcAft>
                <a:spcPts val="0"/>
              </a:spcAft>
              <a:buClr>
                <a:schemeClr val="lt1"/>
              </a:buClr>
              <a:buSzPts val="1100"/>
              <a:buChar char="○"/>
              <a:defRPr>
                <a:solidFill>
                  <a:schemeClr val="lt1"/>
                </a:solidFill>
              </a:defRPr>
            </a:lvl2pPr>
            <a:lvl3pPr indent="-298450" lvl="2" marL="1371600">
              <a:spcBef>
                <a:spcPts val="0"/>
              </a:spcBef>
              <a:spcAft>
                <a:spcPts val="0"/>
              </a:spcAft>
              <a:buClr>
                <a:schemeClr val="lt1"/>
              </a:buClr>
              <a:buSzPts val="1100"/>
              <a:buChar char="■"/>
              <a:defRPr>
                <a:solidFill>
                  <a:schemeClr val="lt1"/>
                </a:solidFill>
              </a:defRPr>
            </a:lvl3pPr>
            <a:lvl4pPr indent="-298450" lvl="3" marL="1828800">
              <a:spcBef>
                <a:spcPts val="0"/>
              </a:spcBef>
              <a:spcAft>
                <a:spcPts val="0"/>
              </a:spcAft>
              <a:buClr>
                <a:schemeClr val="lt1"/>
              </a:buClr>
              <a:buSzPts val="1100"/>
              <a:buChar char="●"/>
              <a:defRPr>
                <a:solidFill>
                  <a:schemeClr val="lt1"/>
                </a:solidFill>
              </a:defRPr>
            </a:lvl4pPr>
            <a:lvl5pPr indent="-298450" lvl="4" marL="2286000">
              <a:spcBef>
                <a:spcPts val="0"/>
              </a:spcBef>
              <a:spcAft>
                <a:spcPts val="0"/>
              </a:spcAft>
              <a:buClr>
                <a:schemeClr val="lt1"/>
              </a:buClr>
              <a:buSzPts val="1100"/>
              <a:buChar char="○"/>
              <a:defRPr>
                <a:solidFill>
                  <a:schemeClr val="lt1"/>
                </a:solidFill>
              </a:defRPr>
            </a:lvl5pPr>
            <a:lvl6pPr indent="-298450" lvl="5" marL="2743200">
              <a:spcBef>
                <a:spcPts val="0"/>
              </a:spcBef>
              <a:spcAft>
                <a:spcPts val="0"/>
              </a:spcAft>
              <a:buClr>
                <a:schemeClr val="lt1"/>
              </a:buClr>
              <a:buSzPts val="1100"/>
              <a:buChar char="■"/>
              <a:defRPr>
                <a:solidFill>
                  <a:schemeClr val="lt1"/>
                </a:solidFill>
              </a:defRPr>
            </a:lvl6pPr>
            <a:lvl7pPr indent="-298450" lvl="6" marL="3200400">
              <a:spcBef>
                <a:spcPts val="0"/>
              </a:spcBef>
              <a:spcAft>
                <a:spcPts val="0"/>
              </a:spcAft>
              <a:buClr>
                <a:schemeClr val="lt1"/>
              </a:buClr>
              <a:buSzPts val="1100"/>
              <a:buChar char="●"/>
              <a:defRPr>
                <a:solidFill>
                  <a:schemeClr val="lt1"/>
                </a:solidFill>
              </a:defRPr>
            </a:lvl7pPr>
            <a:lvl8pPr indent="-298450" lvl="7" marL="3657600">
              <a:spcBef>
                <a:spcPts val="0"/>
              </a:spcBef>
              <a:spcAft>
                <a:spcPts val="0"/>
              </a:spcAft>
              <a:buClr>
                <a:schemeClr val="lt1"/>
              </a:buClr>
              <a:buSzPts val="1100"/>
              <a:buChar char="○"/>
              <a:defRPr>
                <a:solidFill>
                  <a:schemeClr val="lt1"/>
                </a:solidFill>
              </a:defRPr>
            </a:lvl8pPr>
            <a:lvl9pPr indent="-298450" lvl="8" marL="4114800">
              <a:spcBef>
                <a:spcPts val="0"/>
              </a:spcBef>
              <a:spcAft>
                <a:spcPts val="0"/>
              </a:spcAft>
              <a:buClr>
                <a:schemeClr val="lt1"/>
              </a:buClr>
              <a:buSzPts val="1100"/>
              <a:buChar char="■"/>
              <a:defRPr>
                <a:solidFill>
                  <a:schemeClr val="lt1"/>
                </a:solidFill>
              </a:defRPr>
            </a:lvl9pPr>
          </a:lstStyle>
          <a:p/>
        </p:txBody>
      </p:sp>
      <p:sp>
        <p:nvSpPr>
          <p:cNvPr id="79" name="Google Shape;79;p11"/>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0" name="Shape 80"/>
        <p:cNvGrpSpPr/>
        <p:nvPr/>
      </p:nvGrpSpPr>
      <p:grpSpPr>
        <a:xfrm>
          <a:off x="0" y="0"/>
          <a:ext cx="0" cy="0"/>
          <a:chOff x="0" y="0"/>
          <a:chExt cx="0" cy="0"/>
        </a:xfrm>
      </p:grpSpPr>
      <p:sp>
        <p:nvSpPr>
          <p:cNvPr id="81" name="Google Shape;81;p12"/>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treamline">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1pPr>
            <a:lvl2pPr lvl="1">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2pPr>
            <a:lvl3pPr lvl="2">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3pPr>
            <a:lvl4pPr lvl="3">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4pPr>
            <a:lvl5pPr lvl="4">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5pPr>
            <a:lvl6pPr lvl="5">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6pPr>
            <a:lvl7pPr lvl="6">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7pPr>
            <a:lvl8pPr lvl="7">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8pPr>
            <a:lvl9pPr lvl="8">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1150" lvl="0" marL="457200">
              <a:lnSpc>
                <a:spcPct val="115000"/>
              </a:lnSpc>
              <a:spcBef>
                <a:spcPts val="0"/>
              </a:spcBef>
              <a:spcAft>
                <a:spcPts val="0"/>
              </a:spcAft>
              <a:buClr>
                <a:schemeClr val="accent1"/>
              </a:buClr>
              <a:buSzPts val="1300"/>
              <a:buFont typeface="Lato"/>
              <a:buChar char="●"/>
              <a:defRPr sz="1300">
                <a:solidFill>
                  <a:schemeClr val="accent1"/>
                </a:solidFill>
                <a:latin typeface="Lato"/>
                <a:ea typeface="Lato"/>
                <a:cs typeface="Lato"/>
                <a:sym typeface="Lato"/>
              </a:defRPr>
            </a:lvl1pPr>
            <a:lvl2pPr indent="-298450" lvl="1" marL="9144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2pPr>
            <a:lvl3pPr indent="-298450" lvl="2" marL="13716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3pPr>
            <a:lvl4pPr indent="-298450" lvl="3" marL="18288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4pPr>
            <a:lvl5pPr indent="-298450" lvl="4" marL="22860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5pPr>
            <a:lvl6pPr indent="-298450" lvl="5" marL="27432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6pPr>
            <a:lvl7pPr indent="-298450" lvl="6" marL="32004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7pPr>
            <a:lvl8pPr indent="-298450" lvl="7" marL="36576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8pPr>
            <a:lvl9pPr indent="-298450" lvl="8" marL="41148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9pPr>
          </a:lstStyle>
          <a:p/>
        </p:txBody>
      </p:sp>
      <p:sp>
        <p:nvSpPr>
          <p:cNvPr id="8" name="Google Shape;8;p1"/>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accent1"/>
                </a:solidFill>
                <a:latin typeface="Lato"/>
                <a:ea typeface="Lato"/>
                <a:cs typeface="Lato"/>
                <a:sym typeface="Lato"/>
              </a:defRPr>
            </a:lvl1pPr>
            <a:lvl2pPr lvl="1" algn="r">
              <a:buNone/>
              <a:defRPr sz="1000">
                <a:solidFill>
                  <a:schemeClr val="accent1"/>
                </a:solidFill>
                <a:latin typeface="Lato"/>
                <a:ea typeface="Lato"/>
                <a:cs typeface="Lato"/>
                <a:sym typeface="Lato"/>
              </a:defRPr>
            </a:lvl2pPr>
            <a:lvl3pPr lvl="2" algn="r">
              <a:buNone/>
              <a:defRPr sz="1000">
                <a:solidFill>
                  <a:schemeClr val="accent1"/>
                </a:solidFill>
                <a:latin typeface="Lato"/>
                <a:ea typeface="Lato"/>
                <a:cs typeface="Lato"/>
                <a:sym typeface="Lato"/>
              </a:defRPr>
            </a:lvl3pPr>
            <a:lvl4pPr lvl="3" algn="r">
              <a:buNone/>
              <a:defRPr sz="1000">
                <a:solidFill>
                  <a:schemeClr val="accent1"/>
                </a:solidFill>
                <a:latin typeface="Lato"/>
                <a:ea typeface="Lato"/>
                <a:cs typeface="Lato"/>
                <a:sym typeface="Lato"/>
              </a:defRPr>
            </a:lvl4pPr>
            <a:lvl5pPr lvl="4" algn="r">
              <a:buNone/>
              <a:defRPr sz="1000">
                <a:solidFill>
                  <a:schemeClr val="accent1"/>
                </a:solidFill>
                <a:latin typeface="Lato"/>
                <a:ea typeface="Lato"/>
                <a:cs typeface="Lato"/>
                <a:sym typeface="Lato"/>
              </a:defRPr>
            </a:lvl5pPr>
            <a:lvl6pPr lvl="5" algn="r">
              <a:buNone/>
              <a:defRPr sz="1000">
                <a:solidFill>
                  <a:schemeClr val="accent1"/>
                </a:solidFill>
                <a:latin typeface="Lato"/>
                <a:ea typeface="Lato"/>
                <a:cs typeface="Lato"/>
                <a:sym typeface="Lato"/>
              </a:defRPr>
            </a:lvl6pPr>
            <a:lvl7pPr lvl="6" algn="r">
              <a:buNone/>
              <a:defRPr sz="1000">
                <a:solidFill>
                  <a:schemeClr val="accent1"/>
                </a:solidFill>
                <a:latin typeface="Lato"/>
                <a:ea typeface="Lato"/>
                <a:cs typeface="Lato"/>
                <a:sym typeface="Lato"/>
              </a:defRPr>
            </a:lvl7pPr>
            <a:lvl8pPr lvl="7" algn="r">
              <a:buNone/>
              <a:defRPr sz="1000">
                <a:solidFill>
                  <a:schemeClr val="accent1"/>
                </a:solidFill>
                <a:latin typeface="Lato"/>
                <a:ea typeface="Lato"/>
                <a:cs typeface="Lato"/>
                <a:sym typeface="Lato"/>
              </a:defRPr>
            </a:lvl8pPr>
            <a:lvl9pPr lvl="8" algn="r">
              <a:buNone/>
              <a:defRPr sz="1000">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3"/>
          <p:cNvSpPr txBox="1"/>
          <p:nvPr>
            <p:ph type="ctrTitle"/>
          </p:nvPr>
        </p:nvSpPr>
        <p:spPr>
          <a:xfrm>
            <a:off x="311700" y="2105550"/>
            <a:ext cx="8520600" cy="932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ART: technical rules</a:t>
            </a:r>
            <a:endParaRPr/>
          </a:p>
        </p:txBody>
      </p:sp>
      <p:sp>
        <p:nvSpPr>
          <p:cNvPr id="87" name="Google Shape;87;p13"/>
          <p:cNvSpPr txBox="1"/>
          <p:nvPr>
            <p:ph idx="1" type="subTitle"/>
          </p:nvPr>
        </p:nvSpPr>
        <p:spPr>
          <a:xfrm>
            <a:off x="1583175" y="4627450"/>
            <a:ext cx="5868600" cy="45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4"/>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Naming conventions</a:t>
            </a:r>
            <a:endParaRPr/>
          </a:p>
        </p:txBody>
      </p:sp>
      <p:sp>
        <p:nvSpPr>
          <p:cNvPr id="93" name="Google Shape;93;p14"/>
          <p:cNvSpPr txBox="1"/>
          <p:nvPr>
            <p:ph idx="1" type="body"/>
          </p:nvPr>
        </p:nvSpPr>
        <p:spPr>
          <a:xfrm>
            <a:off x="729450" y="2078875"/>
            <a:ext cx="7688700" cy="22611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b="1" lang="en" sz="2100">
                <a:highlight>
                  <a:srgbClr val="EA9999"/>
                </a:highlight>
              </a:rPr>
              <a:t>AssetType</a:t>
            </a:r>
            <a:r>
              <a:rPr b="1" lang="en" sz="2100"/>
              <a:t>_</a:t>
            </a:r>
            <a:r>
              <a:rPr b="1" lang="en" sz="2100">
                <a:solidFill>
                  <a:srgbClr val="595959"/>
                </a:solidFill>
                <a:highlight>
                  <a:srgbClr val="B6D7A8"/>
                </a:highlight>
              </a:rPr>
              <a:t>AssetName</a:t>
            </a:r>
            <a:r>
              <a:rPr b="1" lang="en" sz="2100"/>
              <a:t>_</a:t>
            </a:r>
            <a:r>
              <a:rPr b="1" lang="en" sz="2100">
                <a:highlight>
                  <a:srgbClr val="FFE599"/>
                </a:highlight>
              </a:rPr>
              <a:t>ForWhat</a:t>
            </a:r>
            <a:r>
              <a:rPr b="1" lang="en" sz="2100"/>
              <a:t>_</a:t>
            </a:r>
            <a:r>
              <a:rPr b="1" lang="en" sz="2100">
                <a:highlight>
                  <a:srgbClr val="A4C2F4"/>
                </a:highlight>
              </a:rPr>
              <a:t>VersionIteration</a:t>
            </a:r>
            <a:endParaRPr b="1" sz="2100">
              <a:highlight>
                <a:srgbClr val="A4C2F4"/>
              </a:highlight>
            </a:endParaRPr>
          </a:p>
          <a:p>
            <a:pPr indent="-311150" lvl="0" marL="914400" rtl="0" algn="l">
              <a:spcBef>
                <a:spcPts val="1200"/>
              </a:spcBef>
              <a:spcAft>
                <a:spcPts val="0"/>
              </a:spcAft>
              <a:buSzPts val="1300"/>
              <a:buChar char="●"/>
            </a:pPr>
            <a:r>
              <a:rPr b="1" lang="en">
                <a:highlight>
                  <a:srgbClr val="EA9999"/>
                </a:highlight>
              </a:rPr>
              <a:t>Asset type</a:t>
            </a:r>
            <a:r>
              <a:rPr b="1" lang="en"/>
              <a:t>:</a:t>
            </a:r>
            <a:r>
              <a:rPr lang="en"/>
              <a:t> refers to what it is, like a static mesh, an animation, a </a:t>
            </a:r>
            <a:r>
              <a:rPr lang="en"/>
              <a:t>skeleton</a:t>
            </a:r>
            <a:r>
              <a:rPr lang="en"/>
              <a:t>, a texture, etc.</a:t>
            </a:r>
            <a:endParaRPr/>
          </a:p>
          <a:p>
            <a:pPr indent="-311150" lvl="0" marL="914400" rtl="0" algn="l">
              <a:spcBef>
                <a:spcPts val="0"/>
              </a:spcBef>
              <a:spcAft>
                <a:spcPts val="0"/>
              </a:spcAft>
              <a:buSzPts val="1300"/>
              <a:buChar char="●"/>
            </a:pPr>
            <a:r>
              <a:rPr b="1" lang="en">
                <a:highlight>
                  <a:srgbClr val="B6D7A8"/>
                </a:highlight>
              </a:rPr>
              <a:t>AssetName</a:t>
            </a:r>
            <a:r>
              <a:rPr b="1" lang="en"/>
              <a:t>:</a:t>
            </a:r>
            <a:r>
              <a:rPr lang="en"/>
              <a:t> refers to what the object is, like the main character JohnSmith, or Tree1, or Walking, or Idle, etc.</a:t>
            </a:r>
            <a:endParaRPr/>
          </a:p>
          <a:p>
            <a:pPr indent="-311150" lvl="0" marL="914400" rtl="0" algn="l">
              <a:spcBef>
                <a:spcPts val="0"/>
              </a:spcBef>
              <a:spcAft>
                <a:spcPts val="0"/>
              </a:spcAft>
              <a:buSzPts val="1300"/>
              <a:buChar char="●"/>
            </a:pPr>
            <a:r>
              <a:rPr b="1" lang="en">
                <a:highlight>
                  <a:srgbClr val="FFE599"/>
                </a:highlight>
              </a:rPr>
              <a:t>ForWhat</a:t>
            </a:r>
            <a:r>
              <a:rPr b="1" lang="en"/>
              <a:t>:</a:t>
            </a:r>
            <a:r>
              <a:rPr lang="en"/>
              <a:t> More for </a:t>
            </a:r>
            <a:r>
              <a:rPr lang="en"/>
              <a:t>environment</a:t>
            </a:r>
            <a:r>
              <a:rPr lang="en"/>
              <a:t> assets, MainRoom, Outside, FinalBoss, but can also be included if it makes sense in context for other assets. If character has two forms, or different states, or what the texture map is for (base color, height, metallic etc.)</a:t>
            </a:r>
            <a:endParaRPr/>
          </a:p>
          <a:p>
            <a:pPr indent="-311150" lvl="0" marL="914400" rtl="0" algn="l">
              <a:spcBef>
                <a:spcPts val="0"/>
              </a:spcBef>
              <a:spcAft>
                <a:spcPts val="0"/>
              </a:spcAft>
              <a:buSzPts val="1300"/>
              <a:buChar char="●"/>
            </a:pPr>
            <a:r>
              <a:rPr b="1" lang="en">
                <a:highlight>
                  <a:srgbClr val="A4C2F4"/>
                </a:highlight>
              </a:rPr>
              <a:t>VersionIteration</a:t>
            </a:r>
            <a:r>
              <a:rPr b="1" lang="en"/>
              <a:t>:</a:t>
            </a:r>
            <a:r>
              <a:rPr lang="en"/>
              <a:t> a lot of assets go through </a:t>
            </a:r>
            <a:r>
              <a:rPr lang="en"/>
              <a:t>iterations</a:t>
            </a:r>
            <a:r>
              <a:rPr lang="en"/>
              <a:t> fast, this is a way to track it, V1-0 through V1-9. Vx-y convention to avoid iteration numbers like V527.</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5"/>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Examples</a:t>
            </a:r>
            <a:endParaRPr/>
          </a:p>
        </p:txBody>
      </p:sp>
      <p:sp>
        <p:nvSpPr>
          <p:cNvPr id="99" name="Google Shape;99;p15"/>
          <p:cNvSpPr txBox="1"/>
          <p:nvPr>
            <p:ph idx="1" type="body"/>
          </p:nvPr>
        </p:nvSpPr>
        <p:spPr>
          <a:xfrm>
            <a:off x="729450" y="2078875"/>
            <a:ext cx="7688700" cy="2261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highlight>
                  <a:srgbClr val="EA9999"/>
                </a:highlight>
              </a:rPr>
              <a:t>SKM</a:t>
            </a:r>
            <a:r>
              <a:rPr lang="en"/>
              <a:t>_</a:t>
            </a:r>
            <a:r>
              <a:rPr lang="en">
                <a:highlight>
                  <a:srgbClr val="B6D7A8"/>
                </a:highlight>
              </a:rPr>
              <a:t>JaneTheKiller</a:t>
            </a:r>
            <a:r>
              <a:rPr lang="en"/>
              <a:t>_</a:t>
            </a:r>
            <a:r>
              <a:rPr lang="en">
                <a:solidFill>
                  <a:srgbClr val="595959"/>
                </a:solidFill>
                <a:highlight>
                  <a:srgbClr val="FFE599"/>
                </a:highlight>
              </a:rPr>
              <a:t>PlayerCharacter</a:t>
            </a:r>
            <a:r>
              <a:rPr lang="en"/>
              <a:t>_</a:t>
            </a:r>
            <a:r>
              <a:rPr lang="en">
                <a:highlight>
                  <a:srgbClr val="A4C2F4"/>
                </a:highlight>
              </a:rPr>
              <a:t>V2-9</a:t>
            </a:r>
            <a:r>
              <a:rPr lang="en"/>
              <a:t>.FBX</a:t>
            </a:r>
            <a:endParaRPr/>
          </a:p>
          <a:p>
            <a:pPr indent="0" lvl="0" marL="0" rtl="0" algn="l">
              <a:spcBef>
                <a:spcPts val="1200"/>
              </a:spcBef>
              <a:spcAft>
                <a:spcPts val="0"/>
              </a:spcAft>
              <a:buNone/>
            </a:pPr>
            <a:r>
              <a:rPr lang="en">
                <a:highlight>
                  <a:srgbClr val="EA9999"/>
                </a:highlight>
              </a:rPr>
              <a:t>TXTR</a:t>
            </a:r>
            <a:r>
              <a:rPr lang="en"/>
              <a:t>_</a:t>
            </a:r>
            <a:r>
              <a:rPr lang="en">
                <a:highlight>
                  <a:srgbClr val="B6D7A8"/>
                </a:highlight>
              </a:rPr>
              <a:t>BaseColor</a:t>
            </a:r>
            <a:r>
              <a:rPr lang="en"/>
              <a:t>_</a:t>
            </a:r>
            <a:r>
              <a:rPr lang="en">
                <a:highlight>
                  <a:srgbClr val="FFE599"/>
                </a:highlight>
              </a:rPr>
              <a:t>JaneTheKiller</a:t>
            </a:r>
            <a:r>
              <a:rPr lang="en"/>
              <a:t>_</a:t>
            </a:r>
            <a:r>
              <a:rPr lang="en">
                <a:highlight>
                  <a:srgbClr val="A4C2F4"/>
                </a:highlight>
              </a:rPr>
              <a:t>V1-0</a:t>
            </a:r>
            <a:r>
              <a:rPr lang="en"/>
              <a:t>.PNG</a:t>
            </a:r>
            <a:endParaRPr/>
          </a:p>
          <a:p>
            <a:pPr indent="0" lvl="0" marL="0" rtl="0" algn="l">
              <a:spcBef>
                <a:spcPts val="1200"/>
              </a:spcBef>
              <a:spcAft>
                <a:spcPts val="0"/>
              </a:spcAft>
              <a:buNone/>
            </a:pPr>
            <a:r>
              <a:rPr lang="en">
                <a:highlight>
                  <a:srgbClr val="EA9999"/>
                </a:highlight>
              </a:rPr>
              <a:t>ANIM</a:t>
            </a:r>
            <a:r>
              <a:rPr lang="en"/>
              <a:t>_</a:t>
            </a:r>
            <a:r>
              <a:rPr lang="en">
                <a:highlight>
                  <a:srgbClr val="B6D7A8"/>
                </a:highlight>
              </a:rPr>
              <a:t>Walking</a:t>
            </a:r>
            <a:r>
              <a:rPr lang="en"/>
              <a:t>_</a:t>
            </a:r>
            <a:r>
              <a:rPr lang="en">
                <a:highlight>
                  <a:srgbClr val="FFE599"/>
                </a:highlight>
              </a:rPr>
              <a:t>JaneTheKiller</a:t>
            </a:r>
            <a:r>
              <a:rPr lang="en"/>
              <a:t>_</a:t>
            </a:r>
            <a:r>
              <a:rPr lang="en">
                <a:highlight>
                  <a:srgbClr val="A4C2F4"/>
                </a:highlight>
              </a:rPr>
              <a:t>V3-4</a:t>
            </a:r>
            <a:r>
              <a:rPr lang="en"/>
              <a:t>.FBX</a:t>
            </a:r>
            <a:endParaRPr/>
          </a:p>
          <a:p>
            <a:pPr indent="0" lvl="0" marL="0" rtl="0" algn="l">
              <a:spcBef>
                <a:spcPts val="1200"/>
              </a:spcBef>
              <a:spcAft>
                <a:spcPts val="0"/>
              </a:spcAft>
              <a:buNone/>
            </a:pPr>
            <a:r>
              <a:rPr lang="en">
                <a:highlight>
                  <a:srgbClr val="EA9999"/>
                </a:highlight>
              </a:rPr>
              <a:t>SM</a:t>
            </a:r>
            <a:r>
              <a:rPr lang="en"/>
              <a:t>_</a:t>
            </a:r>
            <a:r>
              <a:rPr lang="en">
                <a:highlight>
                  <a:srgbClr val="B6D7A8"/>
                </a:highlight>
              </a:rPr>
              <a:t>MainDoor</a:t>
            </a:r>
            <a:r>
              <a:rPr lang="en"/>
              <a:t>_</a:t>
            </a:r>
            <a:r>
              <a:rPr lang="en">
                <a:highlight>
                  <a:srgbClr val="FFE599"/>
                </a:highlight>
              </a:rPr>
              <a:t>LVL1-HauntedHouse</a:t>
            </a:r>
            <a:r>
              <a:rPr lang="en"/>
              <a:t>_</a:t>
            </a:r>
            <a:r>
              <a:rPr lang="en">
                <a:highlight>
                  <a:srgbClr val="A4C2F4"/>
                </a:highlight>
              </a:rPr>
              <a:t>V2-5</a:t>
            </a:r>
            <a:r>
              <a:rPr lang="en"/>
              <a:t>.OBJ</a:t>
            </a:r>
            <a:endParaRPr/>
          </a:p>
          <a:p>
            <a:pPr indent="0" lvl="0" marL="0" rtl="0" algn="l">
              <a:spcBef>
                <a:spcPts val="1200"/>
              </a:spcBef>
              <a:spcAft>
                <a:spcPts val="120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16"/>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Asset Types Abbreviations</a:t>
            </a:r>
            <a:endParaRPr/>
          </a:p>
        </p:txBody>
      </p:sp>
      <p:sp>
        <p:nvSpPr>
          <p:cNvPr id="105" name="Google Shape;105;p16"/>
          <p:cNvSpPr txBox="1"/>
          <p:nvPr>
            <p:ph idx="1" type="body"/>
          </p:nvPr>
        </p:nvSpPr>
        <p:spPr>
          <a:xfrm>
            <a:off x="1978450" y="1979450"/>
            <a:ext cx="2760900" cy="34164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Animation: ANIM_</a:t>
            </a:r>
            <a:endParaRPr/>
          </a:p>
          <a:p>
            <a:pPr indent="0" lvl="0" marL="0" rtl="0" algn="l">
              <a:spcBef>
                <a:spcPts val="1200"/>
              </a:spcBef>
              <a:spcAft>
                <a:spcPts val="0"/>
              </a:spcAft>
              <a:buNone/>
            </a:pPr>
            <a:r>
              <a:rPr lang="en"/>
              <a:t>Game Res: GR_</a:t>
            </a:r>
            <a:endParaRPr/>
          </a:p>
          <a:p>
            <a:pPr indent="0" lvl="0" marL="0" rtl="0" algn="l">
              <a:spcBef>
                <a:spcPts val="1200"/>
              </a:spcBef>
              <a:spcAft>
                <a:spcPts val="0"/>
              </a:spcAft>
              <a:buNone/>
            </a:pPr>
            <a:r>
              <a:rPr lang="en"/>
              <a:t>High Res: HR_</a:t>
            </a:r>
            <a:endParaRPr/>
          </a:p>
          <a:p>
            <a:pPr indent="0" lvl="0" marL="0" rtl="0" algn="l">
              <a:spcBef>
                <a:spcPts val="1200"/>
              </a:spcBef>
              <a:spcAft>
                <a:spcPts val="0"/>
              </a:spcAft>
              <a:buNone/>
            </a:pPr>
            <a:r>
              <a:rPr lang="en"/>
              <a:t>Static Mesh: SM_</a:t>
            </a:r>
            <a:endParaRPr/>
          </a:p>
          <a:p>
            <a:pPr indent="0" lvl="0" marL="0" rtl="0" algn="l">
              <a:spcBef>
                <a:spcPts val="1200"/>
              </a:spcBef>
              <a:spcAft>
                <a:spcPts val="0"/>
              </a:spcAft>
              <a:buNone/>
            </a:pPr>
            <a:r>
              <a:rPr lang="en"/>
              <a:t>Skeletal Mesh: SKM_</a:t>
            </a:r>
            <a:endParaRPr/>
          </a:p>
          <a:p>
            <a:pPr indent="0" lvl="0" marL="0" rtl="0" algn="l">
              <a:spcBef>
                <a:spcPts val="1200"/>
              </a:spcBef>
              <a:spcAft>
                <a:spcPts val="0"/>
              </a:spcAft>
              <a:buNone/>
            </a:pPr>
            <a:r>
              <a:rPr lang="en"/>
              <a:t>Textures: TXTR_</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sp>
        <p:nvSpPr>
          <p:cNvPr id="106" name="Google Shape;106;p16"/>
          <p:cNvSpPr txBox="1"/>
          <p:nvPr>
            <p:ph idx="1" type="body"/>
          </p:nvPr>
        </p:nvSpPr>
        <p:spPr>
          <a:xfrm>
            <a:off x="4739350" y="1979450"/>
            <a:ext cx="2571600" cy="34164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408"/>
              <a:t>Menu Items: UI_</a:t>
            </a:r>
            <a:endParaRPr sz="1408"/>
          </a:p>
          <a:p>
            <a:pPr indent="0" lvl="0" marL="0" rtl="0" algn="l">
              <a:spcBef>
                <a:spcPts val="1200"/>
              </a:spcBef>
              <a:spcAft>
                <a:spcPts val="0"/>
              </a:spcAft>
              <a:buNone/>
            </a:pPr>
            <a:r>
              <a:rPr lang="en" sz="1408"/>
              <a:t>HUD elements: HUD_</a:t>
            </a:r>
            <a:endParaRPr sz="1408"/>
          </a:p>
          <a:p>
            <a:pPr indent="0" lvl="0" marL="0" rtl="0" algn="l">
              <a:spcBef>
                <a:spcPts val="1200"/>
              </a:spcBef>
              <a:spcAft>
                <a:spcPts val="0"/>
              </a:spcAft>
              <a:buNone/>
            </a:pPr>
            <a:r>
              <a:rPr lang="en" sz="1408"/>
              <a:t>Text: TXT_</a:t>
            </a:r>
            <a:endParaRPr sz="1408"/>
          </a:p>
          <a:p>
            <a:pPr indent="0" lvl="0" marL="0" rtl="0" algn="l">
              <a:spcBef>
                <a:spcPts val="1200"/>
              </a:spcBef>
              <a:spcAft>
                <a:spcPts val="0"/>
              </a:spcAft>
              <a:buNone/>
            </a:pPr>
            <a:r>
              <a:rPr lang="en" sz="1408"/>
              <a:t>Icons: IC_</a:t>
            </a:r>
            <a:endParaRPr sz="1408"/>
          </a:p>
          <a:p>
            <a:pPr indent="0" lvl="0" marL="0" rtl="0" algn="l">
              <a:spcBef>
                <a:spcPts val="1200"/>
              </a:spcBef>
              <a:spcAft>
                <a:spcPts val="0"/>
              </a:spcAft>
              <a:buNone/>
            </a:pPr>
            <a:r>
              <a:rPr lang="en" sz="1408"/>
              <a:t>Stats: STAT_</a:t>
            </a:r>
            <a:endParaRPr sz="1408"/>
          </a:p>
          <a:p>
            <a:pPr indent="0" lvl="0" marL="0" rtl="0" algn="l">
              <a:spcBef>
                <a:spcPts val="1200"/>
              </a:spcBef>
              <a:spcAft>
                <a:spcPts val="0"/>
              </a:spcAft>
              <a:buNone/>
            </a:pPr>
            <a:r>
              <a:rPr lang="en" sz="1408"/>
              <a:t>Level: LVL_</a:t>
            </a:r>
            <a:endParaRPr sz="1408"/>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7"/>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Technical Aspects</a:t>
            </a:r>
            <a:endParaRPr/>
          </a:p>
        </p:txBody>
      </p:sp>
      <p:sp>
        <p:nvSpPr>
          <p:cNvPr id="112" name="Google Shape;112;p17"/>
          <p:cNvSpPr txBox="1"/>
          <p:nvPr>
            <p:ph idx="1" type="body"/>
          </p:nvPr>
        </p:nvSpPr>
        <p:spPr>
          <a:xfrm>
            <a:off x="729450" y="2078875"/>
            <a:ext cx="7688700" cy="2261100"/>
          </a:xfrm>
          <a:prstGeom prst="rect">
            <a:avLst/>
          </a:prstGeom>
        </p:spPr>
        <p:txBody>
          <a:bodyPr anchorCtr="0" anchor="t" bIns="91425" lIns="91425" spcFirstLastPara="1" rIns="91425" wrap="square" tIns="91425">
            <a:normAutofit fontScale="92500" lnSpcReduction="20000"/>
          </a:bodyPr>
          <a:lstStyle/>
          <a:p>
            <a:pPr indent="-304958" lvl="0" marL="457200" rtl="0" algn="l">
              <a:spcBef>
                <a:spcPts val="0"/>
              </a:spcBef>
              <a:spcAft>
                <a:spcPts val="0"/>
              </a:spcAft>
              <a:buSzPct val="100000"/>
              <a:buChar char="●"/>
            </a:pPr>
            <a:r>
              <a:rPr lang="en"/>
              <a:t>Use .FBX for 3D skeletal mesh, .OBJ for static mesh, and .PNG for 2D.</a:t>
            </a:r>
            <a:endParaRPr/>
          </a:p>
          <a:p>
            <a:pPr indent="-293211" lvl="1" marL="914400" rtl="0" algn="l">
              <a:spcBef>
                <a:spcPts val="0"/>
              </a:spcBef>
              <a:spcAft>
                <a:spcPts val="0"/>
              </a:spcAft>
              <a:buSzPct val="100000"/>
              <a:buChar char="○"/>
            </a:pPr>
            <a:r>
              <a:rPr lang="en"/>
              <a:t>Pivot should be at origin</a:t>
            </a:r>
            <a:endParaRPr/>
          </a:p>
          <a:p>
            <a:pPr indent="-293211" lvl="1" marL="914400" rtl="0" algn="l">
              <a:spcBef>
                <a:spcPts val="0"/>
              </a:spcBef>
              <a:spcAft>
                <a:spcPts val="0"/>
              </a:spcAft>
              <a:buSzPct val="100000"/>
              <a:buChar char="○"/>
            </a:pPr>
            <a:r>
              <a:rPr lang="en"/>
              <a:t>Freeze transformations when applicable (static mesh).</a:t>
            </a:r>
            <a:endParaRPr/>
          </a:p>
          <a:p>
            <a:pPr indent="-304958" lvl="0" marL="457200" rtl="0" algn="l">
              <a:spcBef>
                <a:spcPts val="0"/>
              </a:spcBef>
              <a:spcAft>
                <a:spcPts val="0"/>
              </a:spcAft>
              <a:buSzPct val="100000"/>
              <a:buChar char="●"/>
            </a:pPr>
            <a:r>
              <a:rPr lang="en"/>
              <a:t>3D models that are animated should be closed mesh.</a:t>
            </a:r>
            <a:endParaRPr/>
          </a:p>
          <a:p>
            <a:pPr indent="-304958" lvl="0" marL="457200" rtl="0" algn="l">
              <a:spcBef>
                <a:spcPts val="0"/>
              </a:spcBef>
              <a:spcAft>
                <a:spcPts val="0"/>
              </a:spcAft>
              <a:buSzPct val="100000"/>
              <a:buChar char="●"/>
            </a:pPr>
            <a:r>
              <a:rPr lang="en"/>
              <a:t>Polygon Count:</a:t>
            </a:r>
            <a:endParaRPr/>
          </a:p>
          <a:p>
            <a:pPr indent="-293211" lvl="1" marL="914400" rtl="0" algn="l">
              <a:spcBef>
                <a:spcPts val="0"/>
              </a:spcBef>
              <a:spcAft>
                <a:spcPts val="0"/>
              </a:spcAft>
              <a:buSzPct val="100000"/>
              <a:buChar char="○"/>
            </a:pPr>
            <a:r>
              <a:rPr lang="en"/>
              <a:t>Player Character/Boss Characters: 10k-15k </a:t>
            </a:r>
            <a:endParaRPr/>
          </a:p>
          <a:p>
            <a:pPr indent="-293211" lvl="1" marL="914400" rtl="0" algn="l">
              <a:spcBef>
                <a:spcPts val="0"/>
              </a:spcBef>
              <a:spcAft>
                <a:spcPts val="0"/>
              </a:spcAft>
              <a:buSzPct val="100000"/>
              <a:buChar char="○"/>
            </a:pPr>
            <a:r>
              <a:rPr lang="en"/>
              <a:t>Mini Boss: 5k-10k</a:t>
            </a:r>
            <a:endParaRPr/>
          </a:p>
          <a:p>
            <a:pPr indent="-293211" lvl="1" marL="914400" rtl="0" algn="l">
              <a:spcBef>
                <a:spcPts val="0"/>
              </a:spcBef>
              <a:spcAft>
                <a:spcPts val="0"/>
              </a:spcAft>
              <a:buSzPct val="100000"/>
              <a:buChar char="○"/>
            </a:pPr>
            <a:r>
              <a:rPr lang="en"/>
              <a:t>Lesser enemies: 1k-5k</a:t>
            </a:r>
            <a:endParaRPr/>
          </a:p>
          <a:p>
            <a:pPr indent="-293211" lvl="1" marL="914400" rtl="0" algn="l">
              <a:spcBef>
                <a:spcPts val="0"/>
              </a:spcBef>
              <a:spcAft>
                <a:spcPts val="0"/>
              </a:spcAft>
              <a:buSzPct val="100000"/>
              <a:buChar char="○"/>
            </a:pPr>
            <a:r>
              <a:rPr lang="en"/>
              <a:t>Key items/Environment: 500-1k </a:t>
            </a:r>
            <a:endParaRPr/>
          </a:p>
          <a:p>
            <a:pPr indent="-293211" lvl="1" marL="914400" rtl="0" algn="l">
              <a:spcBef>
                <a:spcPts val="0"/>
              </a:spcBef>
              <a:spcAft>
                <a:spcPts val="0"/>
              </a:spcAft>
              <a:buSzPct val="100000"/>
              <a:buChar char="○"/>
            </a:pPr>
            <a:r>
              <a:rPr lang="en"/>
              <a:t>Non-key items/Environment: ~500</a:t>
            </a:r>
            <a:endParaRPr/>
          </a:p>
          <a:p>
            <a:pPr indent="-304958" lvl="0" marL="457200" rtl="0" algn="l">
              <a:spcBef>
                <a:spcPts val="0"/>
              </a:spcBef>
              <a:spcAft>
                <a:spcPts val="0"/>
              </a:spcAft>
              <a:buSzPct val="100000"/>
              <a:buChar char="●"/>
            </a:pPr>
            <a:r>
              <a:rPr lang="en"/>
              <a:t>Textures</a:t>
            </a:r>
            <a:endParaRPr/>
          </a:p>
          <a:p>
            <a:pPr indent="-293211" lvl="1" marL="914400" rtl="0" algn="l">
              <a:spcBef>
                <a:spcPts val="0"/>
              </a:spcBef>
              <a:spcAft>
                <a:spcPts val="0"/>
              </a:spcAft>
              <a:buSzPct val="100000"/>
              <a:buChar char="○"/>
            </a:pPr>
            <a:r>
              <a:rPr lang="en"/>
              <a:t>Textures are flat colors at the moment, so use a texture atlas.</a:t>
            </a:r>
            <a:endParaRPr/>
          </a:p>
          <a:p>
            <a:pPr indent="-293211" lvl="1" marL="914400" rtl="0" algn="l">
              <a:spcBef>
                <a:spcPts val="0"/>
              </a:spcBef>
              <a:spcAft>
                <a:spcPts val="0"/>
              </a:spcAft>
              <a:buSzPct val="100000"/>
              <a:buChar char="○"/>
            </a:pPr>
            <a:r>
              <a:rPr lang="en"/>
              <a:t>Textures can be 64x64</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treamline">
  <a:themeElements>
    <a:clrScheme name="Streamline">
      <a:dk1>
        <a:srgbClr val="1A9988"/>
      </a:dk1>
      <a:lt1>
        <a:srgbClr val="FFFFFF"/>
      </a:lt1>
      <a:dk2>
        <a:srgbClr val="1A1A1A"/>
      </a:dk2>
      <a:lt2>
        <a:srgbClr val="E9EDEE"/>
      </a:lt2>
      <a:accent1>
        <a:srgbClr val="595959"/>
      </a:accent1>
      <a:accent2>
        <a:srgbClr val="6AA4C8"/>
      </a:accent2>
      <a:accent3>
        <a:srgbClr val="EB5600"/>
      </a:accent3>
      <a:accent4>
        <a:srgbClr val="A2FFE8"/>
      </a:accent4>
      <a:accent5>
        <a:srgbClr val="1C3678"/>
      </a:accent5>
      <a:accent6>
        <a:srgbClr val="FFB8A2"/>
      </a:accent6>
      <a:hlink>
        <a:srgbClr val="1C3678"/>
      </a:hlink>
      <a:folHlink>
        <a:srgbClr val="1C367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