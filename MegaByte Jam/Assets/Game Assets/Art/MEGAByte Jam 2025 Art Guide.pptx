
<file path=[Content_Types].xml><?xml version="1.0" encoding="utf-8"?>
<Types xmlns="http://schemas.openxmlformats.org/package/2006/content-types">
  <Default ContentType="image/jpeg" Extension="jpg"/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2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18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3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22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16.xml"/>
  <Override ContentType="application/vnd.openxmlformats-officedocument.presentationml.slideLayout+xml" PartName="/ppt/slideLayouts/slideLayout20.xml"/>
  <Override ContentType="application/vnd.openxmlformats-officedocument.presentationml.slideLayout+xml" PartName="/ppt/slideLayouts/slideLayout9.xml"/>
  <Override ContentType="application/vnd.openxmlformats-officedocument.presentationml.slideLayout+xml" PartName="/ppt/slideLayouts/slideLayout19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17.xml"/>
  <Override ContentType="application/vnd.openxmlformats-officedocument.presentationml.slideLayout+xml" PartName="/ppt/slideLayouts/slideLayout14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15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23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21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72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</p:sldIdLst>
  <p:sldSz cy="5143500" cx="9144000"/>
  <p:notesSz cx="6858000" cy="9144000"/>
  <p:embeddedFontLst>
    <p:embeddedFont>
      <p:font typeface="Roboto Mono Medium"/>
      <p:regular r:id="rId12"/>
      <p:bold r:id="rId13"/>
      <p:italic r:id="rId14"/>
      <p:boldItalic r:id="rId15"/>
    </p:embeddedFont>
    <p:embeddedFont>
      <p:font typeface="Michroma"/>
      <p:regular r:id="rId16"/>
    </p:embeddedFont>
    <p:embeddedFont>
      <p:font typeface="Roboto Mono"/>
      <p:regular r:id="rId17"/>
      <p:bold r:id="rId18"/>
      <p:italic r:id="rId19"/>
      <p:boldItalic r:id="rId20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747775"/>
          </p15:clr>
        </p15:guide>
        <p15:guide id="2" pos="2880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font" Target="fonts/RobotoMono-boldItalic.fntdata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font" Target="fonts/RobotoMonoMedium-bold.fntdata"/><Relationship Id="rId12" Type="http://schemas.openxmlformats.org/officeDocument/2006/relationships/font" Target="fonts/RobotoMonoMedium-regular.fntdata"/><Relationship Id="rId15" Type="http://schemas.openxmlformats.org/officeDocument/2006/relationships/font" Target="fonts/RobotoMonoMedium-boldItalic.fntdata"/><Relationship Id="rId14" Type="http://schemas.openxmlformats.org/officeDocument/2006/relationships/font" Target="fonts/RobotoMonoMedium-italic.fntdata"/><Relationship Id="rId17" Type="http://schemas.openxmlformats.org/officeDocument/2006/relationships/font" Target="fonts/RobotoMono-regular.fntdata"/><Relationship Id="rId16" Type="http://schemas.openxmlformats.org/officeDocument/2006/relationships/font" Target="fonts/Michroma-regular.fntdata"/><Relationship Id="rId19" Type="http://schemas.openxmlformats.org/officeDocument/2006/relationships/font" Target="fonts/RobotoMono-italic.fntdata"/><Relationship Id="rId18" Type="http://schemas.openxmlformats.org/officeDocument/2006/relationships/font" Target="fonts/RobotoMono-bold.fntdata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48" name="Google Shape;248;p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g38bc7a1aa01_0_169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54" name="Google Shape;254;g38bc7a1aa01_0_169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g38bc7a1aa01_0_170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65" name="Google Shape;265;g38bc7a1aa01_0_170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g38e2a409af9_0_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77" name="Google Shape;277;g38e2a409af9_0_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g38bc7a1aa01_0_171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289" name="Google Shape;289;g38bc7a1aa01_0_171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g38bc7a1aa01_0_173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  <p:sp>
        <p:nvSpPr>
          <p:cNvPr id="305" name="Google Shape;305;g38bc7a1aa01_0_173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8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8.png"/><Relationship Id="rId4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3.png"/><Relationship Id="rId4" Type="http://schemas.openxmlformats.org/officeDocument/2006/relationships/image" Target="../media/image8.png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1.png"/></Relationships>
</file>

<file path=ppt/slideLayouts/_rels/slideLayout1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8.png"/></Relationships>
</file>

<file path=ppt/slideLayouts/_rels/slideLayout1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/Relationships>
</file>

<file path=ppt/slideLayouts/_rels/slideLayout1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1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8.png"/></Relationships>
</file>

<file path=ppt/slideLayouts/_rels/slideLayout2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/Relationships>
</file>

<file path=ppt/slideLayouts/_rels/slideLayout2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2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hyperlink" Target="http://bit.ly/2Tynxth" TargetMode="External"/><Relationship Id="rId4" Type="http://schemas.openxmlformats.org/officeDocument/2006/relationships/hyperlink" Target="http://bit.ly/2TyoMsr" TargetMode="External"/><Relationship Id="rId5" Type="http://schemas.openxmlformats.org/officeDocument/2006/relationships/hyperlink" Target="http://bit.ly/2TtBDfr" TargetMode="External"/><Relationship Id="rId6" Type="http://schemas.openxmlformats.org/officeDocument/2006/relationships/image" Target="../media/image1.png"/></Relationships>
</file>

<file path=ppt/slideLayouts/_rels/slideLayout2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2.png"/><Relationship Id="rId4" Type="http://schemas.openxmlformats.org/officeDocument/2006/relationships/image" Target="../media/image8.png"/></Relationships>
</file>

<file path=ppt/slideLayouts/_rels/slideLayout2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8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8" name="Shape 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Google Shape;9;p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0" name="Google Shape;10;p2"/>
          <p:cNvSpPr txBox="1"/>
          <p:nvPr>
            <p:ph type="ctrTitle"/>
          </p:nvPr>
        </p:nvSpPr>
        <p:spPr>
          <a:xfrm>
            <a:off x="713273" y="1414763"/>
            <a:ext cx="7717500" cy="1477500"/>
          </a:xfrm>
          <a:prstGeom prst="rect">
            <a:avLst/>
          </a:prstGeom>
          <a:effectLst>
            <a:outerShdw blurRad="185738" rotWithShape="0" algn="bl">
              <a:schemeClr val="dk1">
                <a:alpha val="71000"/>
              </a:schemeClr>
            </a:outerShdw>
          </a:effectLst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1700401" y="2962238"/>
            <a:ext cx="5743200" cy="46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/>
        </p:txBody>
      </p:sp>
      <p:pic>
        <p:nvPicPr>
          <p:cNvPr id="12" name="Google Shape;12;p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38625" y="3371800"/>
            <a:ext cx="6334125" cy="2109275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  <p:pic>
        <p:nvPicPr>
          <p:cNvPr id="13" name="Google Shape;13;p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901626" y="-764473"/>
            <a:ext cx="3230073" cy="2109275"/>
          </a:xfrm>
          <a:prstGeom prst="rect">
            <a:avLst/>
          </a:prstGeom>
          <a:noFill/>
          <a:ln>
            <a:noFill/>
          </a:ln>
          <a:effectLst>
            <a:outerShdw blurRad="471488" rotWithShape="0" algn="bl">
              <a:schemeClr val="lt2">
                <a:alpha val="67000"/>
              </a:schemeClr>
            </a:outerShdw>
          </a:effectLst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14" name="Shape 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15;p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" name="Google Shape;16;p3"/>
          <p:cNvSpPr txBox="1"/>
          <p:nvPr>
            <p:ph type="title"/>
          </p:nvPr>
        </p:nvSpPr>
        <p:spPr>
          <a:xfrm>
            <a:off x="1027725" y="1988175"/>
            <a:ext cx="5677800" cy="166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6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7" name="Google Shape;17;p3"/>
          <p:cNvSpPr txBox="1"/>
          <p:nvPr>
            <p:ph hasCustomPrompt="1" idx="2" type="title"/>
          </p:nvPr>
        </p:nvSpPr>
        <p:spPr>
          <a:xfrm>
            <a:off x="1027725" y="601250"/>
            <a:ext cx="2067900" cy="9174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60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6000"/>
              <a:buNone/>
              <a:defRPr sz="6000"/>
            </a:lvl9pPr>
          </a:lstStyle>
          <a:p>
            <a:r>
              <a:t>xx%</a:t>
            </a:r>
          </a:p>
        </p:txBody>
      </p:sp>
      <p:sp>
        <p:nvSpPr>
          <p:cNvPr id="18" name="Google Shape;18;p3"/>
          <p:cNvSpPr txBox="1"/>
          <p:nvPr>
            <p:ph idx="1" type="subTitle"/>
          </p:nvPr>
        </p:nvSpPr>
        <p:spPr>
          <a:xfrm>
            <a:off x="1027726" y="3600275"/>
            <a:ext cx="4230000" cy="713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9" name="Google Shape;19;p3"/>
          <p:cNvGrpSpPr/>
          <p:nvPr/>
        </p:nvGrpSpPr>
        <p:grpSpPr>
          <a:xfrm>
            <a:off x="240450" y="261725"/>
            <a:ext cx="276900" cy="4688100"/>
            <a:chOff x="240450" y="261725"/>
            <a:chExt cx="276900" cy="4688100"/>
          </a:xfrm>
        </p:grpSpPr>
        <p:sp>
          <p:nvSpPr>
            <p:cNvPr id="20" name="Google Shape;20;p3"/>
            <p:cNvSpPr txBox="1"/>
            <p:nvPr/>
          </p:nvSpPr>
          <p:spPr>
            <a:xfrm rot="-5400000">
              <a:off x="-613950" y="3818525"/>
              <a:ext cx="19857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Global Technology Investigation Center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  <p:sp>
          <p:nvSpPr>
            <p:cNvPr id="21" name="Google Shape;21;p3"/>
            <p:cNvSpPr txBox="1"/>
            <p:nvPr/>
          </p:nvSpPr>
          <p:spPr>
            <a:xfrm rot="-5400000">
              <a:off x="900" y="501275"/>
              <a:ext cx="7560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by Slidesgo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  <p:sp>
          <p:nvSpPr>
            <p:cNvPr id="22" name="Google Shape;22;p3"/>
            <p:cNvSpPr txBox="1"/>
            <p:nvPr/>
          </p:nvSpPr>
          <p:spPr>
            <a:xfrm rot="-5400000">
              <a:off x="177300" y="1977625"/>
              <a:ext cx="403200" cy="276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6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01</a:t>
              </a:r>
              <a:endParaRPr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body" type="tx">
  <p:cSld name="TITLE_AND_BODY">
    <p:spTree>
      <p:nvGrpSpPr>
        <p:cNvPr id="23" name="Shape 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" name="Google Shape;24;p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5" name="Google Shape;25;p4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6" name="Google Shape;26;p4"/>
          <p:cNvSpPr txBox="1"/>
          <p:nvPr>
            <p:ph idx="1" type="body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1pPr>
            <a:lvl2pPr indent="-317500" lvl="1" marL="9144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indent="-317500" lvl="2" marL="13716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indent="-317500" lvl="3" marL="18288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indent="-317500" lvl="4" marL="22860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indent="-317500" lvl="5" marL="27432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indent="-317500" lvl="6" marL="32004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indent="-317500" lvl="7" marL="36576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indent="-317500" lvl="8" marL="41148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/>
        </p:txBody>
      </p:sp>
      <p:pic>
        <p:nvPicPr>
          <p:cNvPr id="27" name="Google Shape;27;p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5145229">
            <a:off x="4650938" y="-2155199"/>
            <a:ext cx="2835175" cy="270189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" type="twoColTx">
  <p:cSld name="TITLE_AND_TWO_COLUMNS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9" name="Google Shape;29;p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30" name="Google Shape;30;p5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31" name="Google Shape;31;p5"/>
          <p:cNvSpPr txBox="1"/>
          <p:nvPr>
            <p:ph idx="2" type="title"/>
          </p:nvPr>
        </p:nvSpPr>
        <p:spPr>
          <a:xfrm>
            <a:off x="1419725" y="2625638"/>
            <a:ext cx="26952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2" name="Google Shape;32;p5"/>
          <p:cNvSpPr txBox="1"/>
          <p:nvPr>
            <p:ph idx="1" type="subTitle"/>
          </p:nvPr>
        </p:nvSpPr>
        <p:spPr>
          <a:xfrm>
            <a:off x="1419725" y="3055186"/>
            <a:ext cx="2695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5"/>
          <p:cNvSpPr txBox="1"/>
          <p:nvPr>
            <p:ph idx="3" type="title"/>
          </p:nvPr>
        </p:nvSpPr>
        <p:spPr>
          <a:xfrm>
            <a:off x="5029125" y="2625638"/>
            <a:ext cx="26952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34" name="Google Shape;34;p5"/>
          <p:cNvSpPr txBox="1"/>
          <p:nvPr>
            <p:ph idx="4" type="subTitle"/>
          </p:nvPr>
        </p:nvSpPr>
        <p:spPr>
          <a:xfrm>
            <a:off x="5029125" y="3055186"/>
            <a:ext cx="2695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35" name="Google Shape;35;p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1525851">
            <a:off x="-2806456" y="200576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36" name="Google Shape;36;p5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8543699">
            <a:off x="7971670" y="15480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sp>
        <p:nvSpPr>
          <p:cNvPr id="37" name="Google Shape;37;p5"/>
          <p:cNvSpPr txBox="1"/>
          <p:nvPr/>
        </p:nvSpPr>
        <p:spPr>
          <a:xfrm>
            <a:off x="7645775" y="4720931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cxnSp>
        <p:nvCxnSpPr>
          <p:cNvPr id="38" name="Google Shape;38;p5"/>
          <p:cNvCxnSpPr/>
          <p:nvPr/>
        </p:nvCxnSpPr>
        <p:spPr>
          <a:xfrm>
            <a:off x="276156" y="4903706"/>
            <a:ext cx="2382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39" name="Google Shape;39;p5"/>
          <p:cNvGrpSpPr/>
          <p:nvPr/>
        </p:nvGrpSpPr>
        <p:grpSpPr>
          <a:xfrm>
            <a:off x="0" y="152400"/>
            <a:ext cx="790500" cy="554225"/>
            <a:chOff x="6606000" y="790575"/>
            <a:chExt cx="790500" cy="554225"/>
          </a:xfrm>
        </p:grpSpPr>
        <p:sp>
          <p:nvSpPr>
            <p:cNvPr id="40" name="Google Shape;40;p5"/>
            <p:cNvSpPr/>
            <p:nvPr/>
          </p:nvSpPr>
          <p:spPr>
            <a:xfrm rot="5400000">
              <a:off x="6900825" y="804075"/>
              <a:ext cx="200700" cy="173700"/>
            </a:xfrm>
            <a:prstGeom prst="triangle">
              <a:avLst>
                <a:gd fmla="val 50000" name="adj"/>
              </a:avLst>
            </a:prstGeom>
            <a:solidFill>
              <a:schemeClr val="dk1"/>
            </a:solidFill>
            <a:ln>
              <a:noFill/>
            </a:ln>
            <a:effectLst>
              <a:outerShdw blurRad="142875" rotWithShape="0" algn="bl">
                <a:schemeClr val="dk1">
                  <a:alpha val="71000"/>
                </a:schemeClr>
              </a:outerShdw>
            </a:effectLst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t/>
              </a:r>
              <a:endParaRPr/>
            </a:p>
          </p:txBody>
        </p:sp>
        <p:sp>
          <p:nvSpPr>
            <p:cNvPr id="41" name="Google Shape;41;p5"/>
            <p:cNvSpPr txBox="1"/>
            <p:nvPr/>
          </p:nvSpPr>
          <p:spPr>
            <a:xfrm>
              <a:off x="6606000" y="1006100"/>
              <a:ext cx="790500" cy="3387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t" bIns="91425" lIns="91425" spcFirstLastPara="1" rIns="91425" wrap="square" tIns="91425">
              <a:noAutofit/>
            </a:bodyPr>
            <a:lstStyle/>
            <a:p>
              <a:pPr indent="0" lvl="0" marL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" sz="1000">
                  <a:solidFill>
                    <a:schemeClr val="dk1"/>
                  </a:solidFill>
                  <a:latin typeface="Roboto Mono Medium"/>
                  <a:ea typeface="Roboto Mono Medium"/>
                  <a:cs typeface="Roboto Mono Medium"/>
                  <a:sym typeface="Roboto Mono Medium"/>
                </a:rPr>
                <a:t>PLAY</a:t>
              </a:r>
              <a:endParaRPr sz="10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endParaRPr>
            </a:p>
          </p:txBody>
        </p:sp>
      </p:grp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" name="Google Shape;43;p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44" name="Google Shape;44;p6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pic>
        <p:nvPicPr>
          <p:cNvPr id="45" name="Google Shape;45;p6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-1122077" y="4426974"/>
            <a:ext cx="2990263" cy="170445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rgbClr val="16AFC0">
                <a:alpha val="69000"/>
              </a:srgbClr>
            </a:outerShdw>
          </a:effectLst>
        </p:spPr>
      </p:pic>
      <p:pic>
        <p:nvPicPr>
          <p:cNvPr id="46" name="Google Shape;46;p6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flipH="1" rot="5162141">
            <a:off x="8503300" y="-219356"/>
            <a:ext cx="1795471" cy="1711089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grpSp>
        <p:nvGrpSpPr>
          <p:cNvPr id="47" name="Google Shape;47;p6"/>
          <p:cNvGrpSpPr/>
          <p:nvPr/>
        </p:nvGrpSpPr>
        <p:grpSpPr>
          <a:xfrm>
            <a:off x="217988" y="216363"/>
            <a:ext cx="931425" cy="228650"/>
            <a:chOff x="2162175" y="4027900"/>
            <a:chExt cx="931425" cy="228650"/>
          </a:xfrm>
        </p:grpSpPr>
        <p:cxnSp>
          <p:nvCxnSpPr>
            <p:cNvPr id="48" name="Google Shape;48;p6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49" name="Google Shape;49;p6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0" name="Google Shape;50;p6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1" name="Google Shape;51;p6"/>
            <p:cNvCxnSpPr/>
            <p:nvPr/>
          </p:nvCxnSpPr>
          <p:spPr>
            <a:xfrm>
              <a:off x="2960100" y="425655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One column text">
  <p:cSld name="ONE_COLUMN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" name="Google Shape;53;p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54" name="Google Shape;54;p7"/>
          <p:cNvSpPr txBox="1"/>
          <p:nvPr>
            <p:ph type="title"/>
          </p:nvPr>
        </p:nvSpPr>
        <p:spPr>
          <a:xfrm>
            <a:off x="713400" y="580950"/>
            <a:ext cx="4106400" cy="12315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" type="body"/>
          </p:nvPr>
        </p:nvSpPr>
        <p:spPr>
          <a:xfrm>
            <a:off x="713400" y="1812450"/>
            <a:ext cx="4106400" cy="2750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indent="-292100" lvl="0" marL="457200" rtl="0">
              <a:spcBef>
                <a:spcPts val="0"/>
              </a:spcBef>
              <a:spcAft>
                <a:spcPts val="0"/>
              </a:spcAft>
              <a:buSzPts val="1000"/>
              <a:buFont typeface="Open Sans Medium"/>
              <a:buChar char="●"/>
              <a:defRPr/>
            </a:lvl1pPr>
            <a:lvl2pPr indent="-317500" lvl="1" marL="9144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2pPr>
            <a:lvl3pPr indent="-317500" lvl="2" marL="13716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3pPr>
            <a:lvl4pPr indent="-317500" lvl="3" marL="18288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4pPr>
            <a:lvl5pPr indent="-317500" lvl="4" marL="22860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5pPr>
            <a:lvl6pPr indent="-317500" lvl="5" marL="27432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6pPr>
            <a:lvl7pPr indent="-317500" lvl="6" marL="32004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●"/>
              <a:defRPr/>
            </a:lvl7pPr>
            <a:lvl8pPr indent="-317500" lvl="7" marL="36576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○"/>
              <a:defRPr/>
            </a:lvl8pPr>
            <a:lvl9pPr indent="-317500" lvl="8" marL="4114800" rtl="0">
              <a:spcBef>
                <a:spcPts val="0"/>
              </a:spcBef>
              <a:spcAft>
                <a:spcPts val="0"/>
              </a:spcAft>
              <a:buSzPts val="1400"/>
              <a:buFont typeface="Open Sans Medium"/>
              <a:buChar char="■"/>
              <a:defRPr/>
            </a:lvl9pPr>
          </a:lstStyle>
          <a:p/>
        </p:txBody>
      </p:sp>
      <p:pic>
        <p:nvPicPr>
          <p:cNvPr id="56" name="Google Shape;56;p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46506">
            <a:off x="6954779" y="-1224361"/>
            <a:ext cx="3910265" cy="2553372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grpSp>
        <p:nvGrpSpPr>
          <p:cNvPr id="57" name="Google Shape;57;p7"/>
          <p:cNvGrpSpPr/>
          <p:nvPr/>
        </p:nvGrpSpPr>
        <p:grpSpPr>
          <a:xfrm>
            <a:off x="289488" y="4781625"/>
            <a:ext cx="847800" cy="124500"/>
            <a:chOff x="2162175" y="4027900"/>
            <a:chExt cx="847800" cy="124500"/>
          </a:xfrm>
        </p:grpSpPr>
        <p:cxnSp>
          <p:nvCxnSpPr>
            <p:cNvPr id="58" name="Google Shape;58;p7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59" name="Google Shape;59;p7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60" name="Google Shape;60;p7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ain point">
  <p:cSld name="MAIN_POIN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2" name="Google Shape;62;p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3" name="Google Shape;63;p8"/>
          <p:cNvSpPr txBox="1"/>
          <p:nvPr>
            <p:ph type="title"/>
          </p:nvPr>
        </p:nvSpPr>
        <p:spPr>
          <a:xfrm>
            <a:off x="3225125" y="1598222"/>
            <a:ext cx="5205600" cy="2031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4800"/>
              <a:buNone/>
              <a:defRPr sz="6000"/>
            </a:lvl1pPr>
            <a:lvl2pPr lvl="1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title and description">
  <p:cSld name="SECTION_TITLE_AND_DESCRIPTION">
    <p:spTree>
      <p:nvGrpSpPr>
        <p:cNvPr id="64" name="Shape 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5" name="Google Shape;65;p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66" name="Google Shape;66;p9"/>
          <p:cNvSpPr txBox="1"/>
          <p:nvPr>
            <p:ph type="title"/>
          </p:nvPr>
        </p:nvSpPr>
        <p:spPr>
          <a:xfrm>
            <a:off x="713400" y="1371150"/>
            <a:ext cx="4953000" cy="8313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67" name="Google Shape;67;p9"/>
          <p:cNvSpPr txBox="1"/>
          <p:nvPr>
            <p:ph idx="1" type="subTitle"/>
          </p:nvPr>
        </p:nvSpPr>
        <p:spPr>
          <a:xfrm>
            <a:off x="713400" y="2202450"/>
            <a:ext cx="4953000" cy="18471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aption">
  <p:cSld name="CAPTION_ONLY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0"/>
          <p:cNvSpPr txBox="1"/>
          <p:nvPr>
            <p:ph type="title"/>
          </p:nvPr>
        </p:nvSpPr>
        <p:spPr>
          <a:xfrm>
            <a:off x="713250" y="1740600"/>
            <a:ext cx="7717500" cy="1662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 sz="48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ig number">
  <p:cSld name="BIG_NUMBER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1" name="Google Shape;71;p1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72" name="Google Shape;72;p11"/>
          <p:cNvSpPr txBox="1"/>
          <p:nvPr>
            <p:ph hasCustomPrompt="1" type="title"/>
          </p:nvPr>
        </p:nvSpPr>
        <p:spPr>
          <a:xfrm>
            <a:off x="2114575" y="1385675"/>
            <a:ext cx="4914900" cy="14160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8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73" name="Google Shape;73;p11"/>
          <p:cNvSpPr txBox="1"/>
          <p:nvPr>
            <p:ph idx="1" type="subTitle"/>
          </p:nvPr>
        </p:nvSpPr>
        <p:spPr>
          <a:xfrm>
            <a:off x="2381350" y="3455250"/>
            <a:ext cx="4381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18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/>
        </p:txBody>
      </p:sp>
      <p:sp>
        <p:nvSpPr>
          <p:cNvPr id="74" name="Google Shape;74;p11"/>
          <p:cNvSpPr txBox="1"/>
          <p:nvPr/>
        </p:nvSpPr>
        <p:spPr>
          <a:xfrm>
            <a:off x="1059075" y="269913"/>
            <a:ext cx="575700" cy="36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FINDING TARGET…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grpSp>
        <p:nvGrpSpPr>
          <p:cNvPr id="75" name="Google Shape;75;p11"/>
          <p:cNvGrpSpPr/>
          <p:nvPr/>
        </p:nvGrpSpPr>
        <p:grpSpPr>
          <a:xfrm flipH="1">
            <a:off x="360876" y="392300"/>
            <a:ext cx="429607" cy="124500"/>
            <a:chOff x="4348157" y="866775"/>
            <a:chExt cx="371697" cy="124500"/>
          </a:xfrm>
        </p:grpSpPr>
        <p:cxnSp>
          <p:nvCxnSpPr>
            <p:cNvPr id="76" name="Google Shape;76;p11"/>
            <p:cNvCxnSpPr/>
            <p:nvPr/>
          </p:nvCxnSpPr>
          <p:spPr>
            <a:xfrm>
              <a:off x="4481654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77" name="Google Shape;77;p11"/>
            <p:cNvCxnSpPr/>
            <p:nvPr/>
          </p:nvCxnSpPr>
          <p:spPr>
            <a:xfrm>
              <a:off x="4348157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78" name="Google Shape;78;p11"/>
          <p:cNvGrpSpPr/>
          <p:nvPr/>
        </p:nvGrpSpPr>
        <p:grpSpPr>
          <a:xfrm>
            <a:off x="5467013" y="4622775"/>
            <a:ext cx="1876575" cy="216900"/>
            <a:chOff x="3762375" y="774375"/>
            <a:chExt cx="1876575" cy="216900"/>
          </a:xfrm>
        </p:grpSpPr>
        <p:cxnSp>
          <p:nvCxnSpPr>
            <p:cNvPr id="79" name="Google Shape;79;p11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0" name="Google Shape;80;p11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1" name="Google Shape;81;p11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82" name="Google Shape;82;p11"/>
            <p:cNvCxnSpPr/>
            <p:nvPr/>
          </p:nvCxnSpPr>
          <p:spPr>
            <a:xfrm>
              <a:off x="5505450" y="774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83" name="Google Shape;83;p11"/>
          <p:cNvSpPr txBox="1"/>
          <p:nvPr/>
        </p:nvSpPr>
        <p:spPr>
          <a:xfrm>
            <a:off x="7895083" y="4592763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SYSTEM HALTED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bg>
      <p:bgPr>
        <a:solidFill>
          <a:srgbClr val="FFFFFF"/>
        </a:solidFill>
      </p:bgPr>
    </p:bg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able of contents">
  <p:cSld name="CUSTOM"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7" name="Google Shape;87;p1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88" name="Google Shape;88;p13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89" name="Google Shape;89;p13"/>
          <p:cNvSpPr txBox="1"/>
          <p:nvPr>
            <p:ph idx="2" type="title"/>
          </p:nvPr>
        </p:nvSpPr>
        <p:spPr>
          <a:xfrm>
            <a:off x="1334838" y="1676325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0" name="Google Shape;90;p13"/>
          <p:cNvSpPr txBox="1"/>
          <p:nvPr>
            <p:ph idx="1" type="subTitle"/>
          </p:nvPr>
        </p:nvSpPr>
        <p:spPr>
          <a:xfrm>
            <a:off x="1334838" y="2098807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1" name="Google Shape;91;p13"/>
          <p:cNvSpPr txBox="1"/>
          <p:nvPr>
            <p:ph idx="3" type="title"/>
          </p:nvPr>
        </p:nvSpPr>
        <p:spPr>
          <a:xfrm>
            <a:off x="5300262" y="1676325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2" name="Google Shape;92;p13"/>
          <p:cNvSpPr txBox="1"/>
          <p:nvPr>
            <p:ph idx="4" type="subTitle"/>
          </p:nvPr>
        </p:nvSpPr>
        <p:spPr>
          <a:xfrm>
            <a:off x="5300262" y="2098807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5" type="title"/>
          </p:nvPr>
        </p:nvSpPr>
        <p:spPr>
          <a:xfrm>
            <a:off x="1334838" y="3380370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4" name="Google Shape;94;p13"/>
          <p:cNvSpPr txBox="1"/>
          <p:nvPr>
            <p:ph idx="6" type="subTitle"/>
          </p:nvPr>
        </p:nvSpPr>
        <p:spPr>
          <a:xfrm>
            <a:off x="1334838" y="3802852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7" type="title"/>
          </p:nvPr>
        </p:nvSpPr>
        <p:spPr>
          <a:xfrm>
            <a:off x="5300262" y="3380370"/>
            <a:ext cx="29280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96" name="Google Shape;96;p13"/>
          <p:cNvSpPr txBox="1"/>
          <p:nvPr>
            <p:ph idx="8" type="subTitle"/>
          </p:nvPr>
        </p:nvSpPr>
        <p:spPr>
          <a:xfrm>
            <a:off x="5300262" y="3802852"/>
            <a:ext cx="29280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7" name="Google Shape;97;p13"/>
          <p:cNvSpPr txBox="1"/>
          <p:nvPr>
            <p:ph hasCustomPrompt="1" idx="9" type="title"/>
          </p:nvPr>
        </p:nvSpPr>
        <p:spPr>
          <a:xfrm>
            <a:off x="1334836" y="127086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8" name="Google Shape;98;p13"/>
          <p:cNvSpPr txBox="1"/>
          <p:nvPr>
            <p:ph hasCustomPrompt="1" idx="13" type="title"/>
          </p:nvPr>
        </p:nvSpPr>
        <p:spPr>
          <a:xfrm>
            <a:off x="1334836" y="297491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99" name="Google Shape;99;p13"/>
          <p:cNvSpPr txBox="1"/>
          <p:nvPr>
            <p:ph hasCustomPrompt="1" idx="14" type="title"/>
          </p:nvPr>
        </p:nvSpPr>
        <p:spPr>
          <a:xfrm>
            <a:off x="5300263" y="127086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sp>
        <p:nvSpPr>
          <p:cNvPr id="100" name="Google Shape;100;p13"/>
          <p:cNvSpPr txBox="1"/>
          <p:nvPr>
            <p:ph hasCustomPrompt="1" idx="15" type="title"/>
          </p:nvPr>
        </p:nvSpPr>
        <p:spPr>
          <a:xfrm>
            <a:off x="5300263" y="2974913"/>
            <a:ext cx="1498200" cy="5541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b="0" sz="22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2pPr>
            <a:lvl3pPr lvl="2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3pPr>
            <a:lvl4pPr lvl="3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4pPr>
            <a:lvl5pPr lvl="4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5pPr>
            <a:lvl6pPr lvl="5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6pPr>
            <a:lvl7pPr lvl="6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7pPr>
            <a:lvl8pPr lvl="7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8pPr>
            <a:lvl9pPr lvl="8" rtl="0" algn="ctr">
              <a:spcBef>
                <a:spcPts val="0"/>
              </a:spcBef>
              <a:spcAft>
                <a:spcPts val="0"/>
              </a:spcAft>
              <a:buClr>
                <a:schemeClr val="accent4"/>
              </a:buClr>
              <a:buSzPts val="4800"/>
              <a:buNone/>
              <a:defRPr sz="4800">
                <a:solidFill>
                  <a:schemeClr val="accent4"/>
                </a:solidFill>
              </a:defRPr>
            </a:lvl9pPr>
          </a:lstStyle>
          <a:p>
            <a:r>
              <a:t>xx%</a:t>
            </a:r>
          </a:p>
        </p:txBody>
      </p:sp>
      <p:grpSp>
        <p:nvGrpSpPr>
          <p:cNvPr id="101" name="Google Shape;101;p13"/>
          <p:cNvGrpSpPr/>
          <p:nvPr/>
        </p:nvGrpSpPr>
        <p:grpSpPr>
          <a:xfrm>
            <a:off x="3292600" y="4534575"/>
            <a:ext cx="1876575" cy="342900"/>
            <a:chOff x="3762375" y="648375"/>
            <a:chExt cx="1876575" cy="342900"/>
          </a:xfrm>
        </p:grpSpPr>
        <p:cxnSp>
          <p:nvCxnSpPr>
            <p:cNvPr id="102" name="Google Shape;102;p13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3" name="Google Shape;103;p1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4" name="Google Shape;104;p1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05" name="Google Shape;105;p13"/>
            <p:cNvCxnSpPr/>
            <p:nvPr/>
          </p:nvCxnSpPr>
          <p:spPr>
            <a:xfrm>
              <a:off x="5505450" y="648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06" name="Google Shape;106;p13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6632649" y="-1203848"/>
            <a:ext cx="3230072" cy="2109275"/>
          </a:xfrm>
          <a:prstGeom prst="rect">
            <a:avLst/>
          </a:prstGeom>
          <a:noFill/>
          <a:ln>
            <a:noFill/>
          </a:ln>
          <a:effectLst>
            <a:outerShdw blurRad="471488" rotWithShape="0" algn="bl">
              <a:schemeClr val="lt2">
                <a:alpha val="67000"/>
              </a:schemeClr>
            </a:outerShdw>
          </a:effectLst>
        </p:spPr>
      </p:pic>
      <p:pic>
        <p:nvPicPr>
          <p:cNvPr id="107" name="Google Shape;107;p13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-607450" y="4486275"/>
            <a:ext cx="3448630" cy="1148400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  <p:grpSp>
        <p:nvGrpSpPr>
          <p:cNvPr id="108" name="Google Shape;108;p13"/>
          <p:cNvGrpSpPr/>
          <p:nvPr/>
        </p:nvGrpSpPr>
        <p:grpSpPr>
          <a:xfrm>
            <a:off x="301750" y="190500"/>
            <a:ext cx="371550" cy="124500"/>
            <a:chOff x="4238625" y="866775"/>
            <a:chExt cx="371550" cy="124500"/>
          </a:xfrm>
        </p:grpSpPr>
        <p:cxnSp>
          <p:nvCxnSpPr>
            <p:cNvPr id="109" name="Google Shape;109;p1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10" name="Google Shape;110;p1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">
  <p:cSld name="CUSTOM_5"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2" name="Google Shape;112;p1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3" name="Google Shape;113;p14"/>
          <p:cNvSpPr txBox="1"/>
          <p:nvPr>
            <p:ph type="title"/>
          </p:nvPr>
        </p:nvSpPr>
        <p:spPr>
          <a:xfrm>
            <a:off x="1007375" y="3341400"/>
            <a:ext cx="4800600" cy="492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 sz="2000"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14" name="Google Shape;114;p14"/>
          <p:cNvSpPr txBox="1"/>
          <p:nvPr>
            <p:ph idx="1" type="subTitle"/>
          </p:nvPr>
        </p:nvSpPr>
        <p:spPr>
          <a:xfrm>
            <a:off x="1007375" y="1309500"/>
            <a:ext cx="4798500" cy="2031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2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 1">
  <p:cSld name="CUSTOM_9"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Google Shape;116;p1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17" name="Google Shape;117;p15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pic>
        <p:nvPicPr>
          <p:cNvPr id="118" name="Google Shape;118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096251">
            <a:off x="-1221903" y="-798559"/>
            <a:ext cx="2275728" cy="2168769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pic>
        <p:nvPicPr>
          <p:cNvPr id="119" name="Google Shape;119;p1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6976235">
            <a:off x="8309775" y="3884493"/>
            <a:ext cx="2105822" cy="2006847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ext">
  <p:cSld name="CUSTOM_2_1_1_1_1"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6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6"/>
          <p:cNvSpPr txBox="1"/>
          <p:nvPr>
            <p:ph idx="1" type="subTitle"/>
          </p:nvPr>
        </p:nvSpPr>
        <p:spPr>
          <a:xfrm>
            <a:off x="4981625" y="3004950"/>
            <a:ext cx="34491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23" name="Google Shape;123;p16"/>
          <p:cNvSpPr txBox="1"/>
          <p:nvPr>
            <p:ph type="title"/>
          </p:nvPr>
        </p:nvSpPr>
        <p:spPr>
          <a:xfrm>
            <a:off x="4981625" y="1711950"/>
            <a:ext cx="3449100" cy="129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grpSp>
        <p:nvGrpSpPr>
          <p:cNvPr id="124" name="Google Shape;124;p16"/>
          <p:cNvGrpSpPr/>
          <p:nvPr/>
        </p:nvGrpSpPr>
        <p:grpSpPr>
          <a:xfrm>
            <a:off x="5068399" y="477125"/>
            <a:ext cx="847800" cy="124500"/>
            <a:chOff x="3762375" y="866775"/>
            <a:chExt cx="847800" cy="124500"/>
          </a:xfrm>
        </p:grpSpPr>
        <p:cxnSp>
          <p:nvCxnSpPr>
            <p:cNvPr id="125" name="Google Shape;125;p16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6" name="Google Shape;126;p16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27" name="Google Shape;127;p16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wo columns 1">
  <p:cSld name="CUSTOM_3_1_1"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9" name="Google Shape;129;p17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30" name="Google Shape;130;p17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31" name="Google Shape;131;p17"/>
          <p:cNvSpPr txBox="1"/>
          <p:nvPr>
            <p:ph idx="2" type="title"/>
          </p:nvPr>
        </p:nvSpPr>
        <p:spPr>
          <a:xfrm>
            <a:off x="1287363" y="3047613"/>
            <a:ext cx="2959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32" name="Google Shape;132;p17"/>
          <p:cNvSpPr txBox="1"/>
          <p:nvPr>
            <p:ph idx="1" type="subTitle"/>
          </p:nvPr>
        </p:nvSpPr>
        <p:spPr>
          <a:xfrm>
            <a:off x="1287363" y="3477160"/>
            <a:ext cx="29598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3" name="Google Shape;133;p17"/>
          <p:cNvSpPr txBox="1"/>
          <p:nvPr>
            <p:ph idx="3" type="title"/>
          </p:nvPr>
        </p:nvSpPr>
        <p:spPr>
          <a:xfrm>
            <a:off x="4896828" y="3047613"/>
            <a:ext cx="29598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34" name="Google Shape;134;p17"/>
          <p:cNvSpPr txBox="1"/>
          <p:nvPr>
            <p:ph idx="4" type="subTitle"/>
          </p:nvPr>
        </p:nvSpPr>
        <p:spPr>
          <a:xfrm>
            <a:off x="4896828" y="3477160"/>
            <a:ext cx="29598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35" name="Google Shape;135;p17"/>
          <p:cNvGrpSpPr/>
          <p:nvPr/>
        </p:nvGrpSpPr>
        <p:grpSpPr>
          <a:xfrm>
            <a:off x="8380350" y="245663"/>
            <a:ext cx="422400" cy="203700"/>
            <a:chOff x="4360825" y="3010800"/>
            <a:chExt cx="422400" cy="203700"/>
          </a:xfrm>
        </p:grpSpPr>
        <p:cxnSp>
          <p:nvCxnSpPr>
            <p:cNvPr id="136" name="Google Shape;136;p17"/>
            <p:cNvCxnSpPr/>
            <p:nvPr/>
          </p:nvCxnSpPr>
          <p:spPr>
            <a:xfrm flipH="1">
              <a:off x="43608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7" name="Google Shape;137;p17"/>
            <p:cNvCxnSpPr/>
            <p:nvPr/>
          </p:nvCxnSpPr>
          <p:spPr>
            <a:xfrm flipH="1">
              <a:off x="45132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38" name="Google Shape;138;p17"/>
            <p:cNvCxnSpPr/>
            <p:nvPr/>
          </p:nvCxnSpPr>
          <p:spPr>
            <a:xfrm flipH="1">
              <a:off x="46656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grpSp>
        <p:nvGrpSpPr>
          <p:cNvPr id="139" name="Google Shape;139;p17"/>
          <p:cNvGrpSpPr/>
          <p:nvPr/>
        </p:nvGrpSpPr>
        <p:grpSpPr>
          <a:xfrm>
            <a:off x="341250" y="4694138"/>
            <a:ext cx="422400" cy="203700"/>
            <a:chOff x="4360825" y="3010800"/>
            <a:chExt cx="422400" cy="203700"/>
          </a:xfrm>
        </p:grpSpPr>
        <p:cxnSp>
          <p:nvCxnSpPr>
            <p:cNvPr id="140" name="Google Shape;140;p17"/>
            <p:cNvCxnSpPr/>
            <p:nvPr/>
          </p:nvCxnSpPr>
          <p:spPr>
            <a:xfrm flipH="1">
              <a:off x="43608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1" name="Google Shape;141;p17"/>
            <p:cNvCxnSpPr/>
            <p:nvPr/>
          </p:nvCxnSpPr>
          <p:spPr>
            <a:xfrm flipH="1">
              <a:off x="45132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42" name="Google Shape;142;p17"/>
            <p:cNvCxnSpPr/>
            <p:nvPr/>
          </p:nvCxnSpPr>
          <p:spPr>
            <a:xfrm flipH="1">
              <a:off x="4665625" y="3010800"/>
              <a:ext cx="117600" cy="20370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43" name="Google Shape;143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-946511">
            <a:off x="8031153" y="1219184"/>
            <a:ext cx="3430167" cy="223988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144" name="Google Shape;144;p17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946511">
            <a:off x="-1929622" y="-305466"/>
            <a:ext cx="3430167" cy="2239880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">
  <p:cSld name="CUSTOM_3_1_1_1"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6" name="Google Shape;146;p18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47" name="Google Shape;147;p18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48" name="Google Shape;148;p18"/>
          <p:cNvSpPr txBox="1"/>
          <p:nvPr>
            <p:ph idx="2" type="title"/>
          </p:nvPr>
        </p:nvSpPr>
        <p:spPr>
          <a:xfrm>
            <a:off x="713400" y="29122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49" name="Google Shape;149;p18"/>
          <p:cNvSpPr txBox="1"/>
          <p:nvPr>
            <p:ph idx="1" type="subTitle"/>
          </p:nvPr>
        </p:nvSpPr>
        <p:spPr>
          <a:xfrm>
            <a:off x="713400" y="3341825"/>
            <a:ext cx="24054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0" name="Google Shape;150;p18"/>
          <p:cNvSpPr txBox="1"/>
          <p:nvPr>
            <p:ph idx="3" type="title"/>
          </p:nvPr>
        </p:nvSpPr>
        <p:spPr>
          <a:xfrm>
            <a:off x="3345536" y="2912275"/>
            <a:ext cx="2450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51" name="Google Shape;151;p18"/>
          <p:cNvSpPr txBox="1"/>
          <p:nvPr>
            <p:ph idx="4" type="subTitle"/>
          </p:nvPr>
        </p:nvSpPr>
        <p:spPr>
          <a:xfrm>
            <a:off x="3346725" y="3341825"/>
            <a:ext cx="24507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2" name="Google Shape;152;p18"/>
          <p:cNvSpPr txBox="1"/>
          <p:nvPr>
            <p:ph idx="5" type="title"/>
          </p:nvPr>
        </p:nvSpPr>
        <p:spPr>
          <a:xfrm>
            <a:off x="5980072" y="2912275"/>
            <a:ext cx="24507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200"/>
              <a:buNone/>
              <a:defRPr sz="2200"/>
            </a:lvl9pPr>
          </a:lstStyle>
          <a:p/>
        </p:txBody>
      </p:sp>
      <p:sp>
        <p:nvSpPr>
          <p:cNvPr id="153" name="Google Shape;153;p18"/>
          <p:cNvSpPr txBox="1"/>
          <p:nvPr>
            <p:ph idx="6" type="subTitle"/>
          </p:nvPr>
        </p:nvSpPr>
        <p:spPr>
          <a:xfrm>
            <a:off x="5978869" y="3341825"/>
            <a:ext cx="2446200" cy="1046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54" name="Google Shape;154;p18"/>
          <p:cNvSpPr txBox="1"/>
          <p:nvPr>
            <p:ph hasCustomPrompt="1" idx="7" type="title"/>
          </p:nvPr>
        </p:nvSpPr>
        <p:spPr>
          <a:xfrm>
            <a:off x="1084050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5" name="Google Shape;155;p18"/>
          <p:cNvSpPr txBox="1"/>
          <p:nvPr>
            <p:ph hasCustomPrompt="1" idx="8" type="title"/>
          </p:nvPr>
        </p:nvSpPr>
        <p:spPr>
          <a:xfrm>
            <a:off x="3738836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156" name="Google Shape;156;p18"/>
          <p:cNvSpPr txBox="1"/>
          <p:nvPr>
            <p:ph hasCustomPrompt="1" idx="9" type="title"/>
          </p:nvPr>
        </p:nvSpPr>
        <p:spPr>
          <a:xfrm>
            <a:off x="6369924" y="1537233"/>
            <a:ext cx="1664100" cy="8961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pic>
        <p:nvPicPr>
          <p:cNvPr id="157" name="Google Shape;157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79785">
            <a:off x="8566617" y="1951121"/>
            <a:ext cx="2955986" cy="193025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158" name="Google Shape;158;p18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879785">
            <a:off x="-2270958" y="504846"/>
            <a:ext cx="2955986" cy="1930255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sp>
        <p:nvSpPr>
          <p:cNvPr id="159" name="Google Shape;159;p18"/>
          <p:cNvSpPr txBox="1"/>
          <p:nvPr/>
        </p:nvSpPr>
        <p:spPr>
          <a:xfrm>
            <a:off x="3158700" y="4604088"/>
            <a:ext cx="44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83%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160" name="Google Shape;160;p18"/>
          <p:cNvSpPr txBox="1"/>
          <p:nvPr/>
        </p:nvSpPr>
        <p:spPr>
          <a:xfrm>
            <a:off x="2583000" y="4604088"/>
            <a:ext cx="57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LOADING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three columns 1">
  <p:cSld name="CUSTOM_3_1_1_1_1_1_1">
    <p:spTree>
      <p:nvGrpSpPr>
        <p:cNvPr id="161" name="Shape 1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2" name="Google Shape;162;p19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19"/>
          <p:cNvSpPr txBox="1"/>
          <p:nvPr>
            <p:ph type="title"/>
          </p:nvPr>
        </p:nvSpPr>
        <p:spPr>
          <a:xfrm>
            <a:off x="1068825" y="1925250"/>
            <a:ext cx="2559000" cy="1293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64" name="Google Shape;164;p19"/>
          <p:cNvSpPr txBox="1"/>
          <p:nvPr>
            <p:ph idx="2" type="title"/>
          </p:nvPr>
        </p:nvSpPr>
        <p:spPr>
          <a:xfrm>
            <a:off x="5700107" y="539375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5" name="Google Shape;165;p19"/>
          <p:cNvSpPr txBox="1"/>
          <p:nvPr>
            <p:ph idx="1" type="subTitle"/>
          </p:nvPr>
        </p:nvSpPr>
        <p:spPr>
          <a:xfrm>
            <a:off x="5700107" y="968924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6" name="Google Shape;166;p19"/>
          <p:cNvSpPr txBox="1"/>
          <p:nvPr>
            <p:ph idx="3" type="title"/>
          </p:nvPr>
        </p:nvSpPr>
        <p:spPr>
          <a:xfrm>
            <a:off x="5700120" y="1941304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7" name="Google Shape;167;p19"/>
          <p:cNvSpPr txBox="1"/>
          <p:nvPr>
            <p:ph idx="4" type="subTitle"/>
          </p:nvPr>
        </p:nvSpPr>
        <p:spPr>
          <a:xfrm>
            <a:off x="5700107" y="2370855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68" name="Google Shape;168;p19"/>
          <p:cNvSpPr txBox="1"/>
          <p:nvPr>
            <p:ph idx="5" type="title"/>
          </p:nvPr>
        </p:nvSpPr>
        <p:spPr>
          <a:xfrm>
            <a:off x="5700104" y="3343250"/>
            <a:ext cx="2729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4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69" name="Google Shape;169;p19"/>
          <p:cNvSpPr txBox="1"/>
          <p:nvPr>
            <p:ph idx="6" type="subTitle"/>
          </p:nvPr>
        </p:nvSpPr>
        <p:spPr>
          <a:xfrm>
            <a:off x="5700100" y="3772800"/>
            <a:ext cx="27294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four columns">
  <p:cSld name="CUSTOM_3_1_1_1_1_1_1_1_1">
    <p:spTree>
      <p:nvGrpSpPr>
        <p:cNvPr id="170" name="Shape 1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1" name="Google Shape;171;p20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72" name="Google Shape;172;p20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73" name="Google Shape;173;p20"/>
          <p:cNvSpPr txBox="1"/>
          <p:nvPr>
            <p:ph idx="2" type="title"/>
          </p:nvPr>
        </p:nvSpPr>
        <p:spPr>
          <a:xfrm>
            <a:off x="713275" y="1680675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4" name="Google Shape;174;p20"/>
          <p:cNvSpPr txBox="1"/>
          <p:nvPr>
            <p:ph idx="1" type="subTitle"/>
          </p:nvPr>
        </p:nvSpPr>
        <p:spPr>
          <a:xfrm>
            <a:off x="713275" y="2110222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5" name="Google Shape;175;p20"/>
          <p:cNvSpPr txBox="1"/>
          <p:nvPr>
            <p:ph idx="3" type="title"/>
          </p:nvPr>
        </p:nvSpPr>
        <p:spPr>
          <a:xfrm>
            <a:off x="2845985" y="1680675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6" name="Google Shape;176;p20"/>
          <p:cNvSpPr txBox="1"/>
          <p:nvPr>
            <p:ph idx="4" type="subTitle"/>
          </p:nvPr>
        </p:nvSpPr>
        <p:spPr>
          <a:xfrm>
            <a:off x="2845975" y="2110226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7" name="Google Shape;177;p20"/>
          <p:cNvSpPr txBox="1"/>
          <p:nvPr>
            <p:ph idx="5" type="title"/>
          </p:nvPr>
        </p:nvSpPr>
        <p:spPr>
          <a:xfrm>
            <a:off x="713275" y="3343253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78" name="Google Shape;178;p20"/>
          <p:cNvSpPr txBox="1"/>
          <p:nvPr>
            <p:ph idx="6" type="subTitle"/>
          </p:nvPr>
        </p:nvSpPr>
        <p:spPr>
          <a:xfrm>
            <a:off x="713275" y="3772800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9" name="Google Shape;179;p20"/>
          <p:cNvSpPr txBox="1"/>
          <p:nvPr>
            <p:ph idx="7" type="title"/>
          </p:nvPr>
        </p:nvSpPr>
        <p:spPr>
          <a:xfrm>
            <a:off x="2845985" y="3343252"/>
            <a:ext cx="18783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80" name="Google Shape;180;p20"/>
          <p:cNvSpPr txBox="1"/>
          <p:nvPr>
            <p:ph idx="8" type="subTitle"/>
          </p:nvPr>
        </p:nvSpPr>
        <p:spPr>
          <a:xfrm>
            <a:off x="2845975" y="3772800"/>
            <a:ext cx="1878300" cy="831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grpSp>
        <p:nvGrpSpPr>
          <p:cNvPr id="181" name="Google Shape;181;p20"/>
          <p:cNvGrpSpPr/>
          <p:nvPr/>
        </p:nvGrpSpPr>
        <p:grpSpPr>
          <a:xfrm>
            <a:off x="7965013" y="3772800"/>
            <a:ext cx="931425" cy="293850"/>
            <a:chOff x="2162175" y="4027900"/>
            <a:chExt cx="931425" cy="293850"/>
          </a:xfrm>
        </p:grpSpPr>
        <p:cxnSp>
          <p:nvCxnSpPr>
            <p:cNvPr id="182" name="Google Shape;182;p20"/>
            <p:cNvCxnSpPr/>
            <p:nvPr/>
          </p:nvCxnSpPr>
          <p:spPr>
            <a:xfrm>
              <a:off x="21621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3" name="Google Shape;183;p20"/>
            <p:cNvCxnSpPr/>
            <p:nvPr/>
          </p:nvCxnSpPr>
          <p:spPr>
            <a:xfrm>
              <a:off x="2771775" y="4027900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4" name="Google Shape;184;p20"/>
            <p:cNvCxnSpPr/>
            <p:nvPr/>
          </p:nvCxnSpPr>
          <p:spPr>
            <a:xfrm>
              <a:off x="2400375" y="415240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185" name="Google Shape;185;p20"/>
            <p:cNvCxnSpPr/>
            <p:nvPr/>
          </p:nvCxnSpPr>
          <p:spPr>
            <a:xfrm>
              <a:off x="2960100" y="4321750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186" name="Google Shape;186;p20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6958725" y="-709192"/>
            <a:ext cx="4252300" cy="4052442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six columns">
  <p:cSld name="CUSTOM_4"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8" name="Google Shape;188;p21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189" name="Google Shape;189;p21"/>
          <p:cNvSpPr txBox="1"/>
          <p:nvPr>
            <p:ph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190" name="Google Shape;190;p21"/>
          <p:cNvSpPr txBox="1"/>
          <p:nvPr>
            <p:ph idx="2" type="title"/>
          </p:nvPr>
        </p:nvSpPr>
        <p:spPr>
          <a:xfrm>
            <a:off x="713400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1" name="Google Shape;191;p21"/>
          <p:cNvSpPr txBox="1"/>
          <p:nvPr>
            <p:ph idx="1" type="subTitle"/>
          </p:nvPr>
        </p:nvSpPr>
        <p:spPr>
          <a:xfrm>
            <a:off x="713400" y="3772799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2" name="Google Shape;192;p21"/>
          <p:cNvSpPr txBox="1"/>
          <p:nvPr>
            <p:ph idx="3" type="title"/>
          </p:nvPr>
        </p:nvSpPr>
        <p:spPr>
          <a:xfrm>
            <a:off x="3369386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3" name="Google Shape;193;p21"/>
          <p:cNvSpPr txBox="1"/>
          <p:nvPr>
            <p:ph idx="4" type="subTitle"/>
          </p:nvPr>
        </p:nvSpPr>
        <p:spPr>
          <a:xfrm>
            <a:off x="3369375" y="3772800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4" name="Google Shape;194;p21"/>
          <p:cNvSpPr txBox="1"/>
          <p:nvPr>
            <p:ph idx="5" type="title"/>
          </p:nvPr>
        </p:nvSpPr>
        <p:spPr>
          <a:xfrm>
            <a:off x="6025372" y="3343250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5" name="Google Shape;195;p21"/>
          <p:cNvSpPr txBox="1"/>
          <p:nvPr>
            <p:ph idx="6" type="subTitle"/>
          </p:nvPr>
        </p:nvSpPr>
        <p:spPr>
          <a:xfrm>
            <a:off x="6025372" y="3772800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6" name="Google Shape;196;p21"/>
          <p:cNvSpPr txBox="1"/>
          <p:nvPr>
            <p:ph idx="7" type="title"/>
          </p:nvPr>
        </p:nvSpPr>
        <p:spPr>
          <a:xfrm>
            <a:off x="713400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7" name="Google Shape;197;p21"/>
          <p:cNvSpPr txBox="1"/>
          <p:nvPr>
            <p:ph idx="8" type="subTitle"/>
          </p:nvPr>
        </p:nvSpPr>
        <p:spPr>
          <a:xfrm>
            <a:off x="713400" y="2118924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8" name="Google Shape;198;p21"/>
          <p:cNvSpPr txBox="1"/>
          <p:nvPr>
            <p:ph idx="9" type="title"/>
          </p:nvPr>
        </p:nvSpPr>
        <p:spPr>
          <a:xfrm>
            <a:off x="3369386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199" name="Google Shape;199;p21"/>
          <p:cNvSpPr txBox="1"/>
          <p:nvPr>
            <p:ph idx="13" type="subTitle"/>
          </p:nvPr>
        </p:nvSpPr>
        <p:spPr>
          <a:xfrm>
            <a:off x="3369375" y="2118925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0" name="Google Shape;200;p21"/>
          <p:cNvSpPr txBox="1"/>
          <p:nvPr>
            <p:ph idx="14" type="title"/>
          </p:nvPr>
        </p:nvSpPr>
        <p:spPr>
          <a:xfrm>
            <a:off x="6025372" y="1689375"/>
            <a:ext cx="24054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01" name="Google Shape;201;p21"/>
          <p:cNvSpPr txBox="1"/>
          <p:nvPr>
            <p:ph idx="15" type="subTitle"/>
          </p:nvPr>
        </p:nvSpPr>
        <p:spPr>
          <a:xfrm>
            <a:off x="6025372" y="2118925"/>
            <a:ext cx="24054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cxnSp>
        <p:nvCxnSpPr>
          <p:cNvPr id="202" name="Google Shape;202;p21"/>
          <p:cNvCxnSpPr/>
          <p:nvPr/>
        </p:nvCxnSpPr>
        <p:spPr>
          <a:xfrm>
            <a:off x="299025" y="2505163"/>
            <a:ext cx="133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03" name="Google Shape;203;p21"/>
          <p:cNvSpPr txBox="1"/>
          <p:nvPr/>
        </p:nvSpPr>
        <p:spPr>
          <a:xfrm rot="-5400000">
            <a:off x="144525" y="2095200"/>
            <a:ext cx="4425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83%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sp>
        <p:nvSpPr>
          <p:cNvPr id="204" name="Google Shape;204;p21"/>
          <p:cNvSpPr txBox="1"/>
          <p:nvPr/>
        </p:nvSpPr>
        <p:spPr>
          <a:xfrm rot="-5400000">
            <a:off x="77925" y="2704800"/>
            <a:ext cx="5757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LOADING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grpSp>
        <p:nvGrpSpPr>
          <p:cNvPr id="205" name="Google Shape;205;p21"/>
          <p:cNvGrpSpPr/>
          <p:nvPr/>
        </p:nvGrpSpPr>
        <p:grpSpPr>
          <a:xfrm>
            <a:off x="6985399" y="4726525"/>
            <a:ext cx="1876575" cy="216900"/>
            <a:chOff x="3762375" y="774375"/>
            <a:chExt cx="1876575" cy="216900"/>
          </a:xfrm>
        </p:grpSpPr>
        <p:cxnSp>
          <p:nvCxnSpPr>
            <p:cNvPr id="206" name="Google Shape;206;p21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7" name="Google Shape;207;p21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8" name="Google Shape;208;p21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09" name="Google Shape;209;p21"/>
            <p:cNvCxnSpPr/>
            <p:nvPr/>
          </p:nvCxnSpPr>
          <p:spPr>
            <a:xfrm>
              <a:off x="5505450" y="7743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sp>
        <p:nvSpPr>
          <p:cNvPr id="210" name="Google Shape;210;p21"/>
          <p:cNvSpPr txBox="1"/>
          <p:nvPr/>
        </p:nvSpPr>
        <p:spPr>
          <a:xfrm rot="5400000">
            <a:off x="8244300" y="2433300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Numbers and text">
  <p:cSld name="CUSTOM_6_1_1">
    <p:spTree>
      <p:nvGrpSpPr>
        <p:cNvPr id="211" name="Shape 2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2" name="Google Shape;212;p22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13" name="Google Shape;213;p22"/>
          <p:cNvSpPr txBox="1"/>
          <p:nvPr>
            <p:ph hasCustomPrompt="1" type="title"/>
          </p:nvPr>
        </p:nvSpPr>
        <p:spPr>
          <a:xfrm>
            <a:off x="775313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14" name="Google Shape;214;p22"/>
          <p:cNvSpPr txBox="1"/>
          <p:nvPr>
            <p:ph hasCustomPrompt="1" idx="2" type="title"/>
          </p:nvPr>
        </p:nvSpPr>
        <p:spPr>
          <a:xfrm>
            <a:off x="3343225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15" name="Google Shape;215;p22"/>
          <p:cNvSpPr txBox="1"/>
          <p:nvPr>
            <p:ph idx="3" type="title"/>
          </p:nvPr>
        </p:nvSpPr>
        <p:spPr>
          <a:xfrm>
            <a:off x="713275" y="445025"/>
            <a:ext cx="7717500" cy="7389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1pPr>
            <a:lvl2pPr lvl="1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2pPr>
            <a:lvl3pPr lvl="2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3pPr>
            <a:lvl4pPr lvl="3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4pPr>
            <a:lvl5pPr lvl="4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5pPr>
            <a:lvl6pPr lvl="5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6pPr>
            <a:lvl7pPr lvl="6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7pPr>
            <a:lvl8pPr lvl="7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8pPr>
            <a:lvl9pPr lvl="8" rtl="0">
              <a:spcBef>
                <a:spcPts val="0"/>
              </a:spcBef>
              <a:spcAft>
                <a:spcPts val="0"/>
              </a:spcAft>
              <a:buSzPts val="3400"/>
              <a:buNone/>
              <a:defRPr/>
            </a:lvl9pPr>
          </a:lstStyle>
          <a:p/>
        </p:txBody>
      </p:sp>
      <p:sp>
        <p:nvSpPr>
          <p:cNvPr id="216" name="Google Shape;216;p22"/>
          <p:cNvSpPr txBox="1"/>
          <p:nvPr>
            <p:ph idx="4" type="title"/>
          </p:nvPr>
        </p:nvSpPr>
        <p:spPr>
          <a:xfrm>
            <a:off x="775325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17" name="Google Shape;217;p22"/>
          <p:cNvSpPr txBox="1"/>
          <p:nvPr>
            <p:ph idx="1" type="subTitle"/>
          </p:nvPr>
        </p:nvSpPr>
        <p:spPr>
          <a:xfrm>
            <a:off x="7753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8" name="Google Shape;218;p22"/>
          <p:cNvSpPr txBox="1"/>
          <p:nvPr>
            <p:ph idx="5" type="title"/>
          </p:nvPr>
        </p:nvSpPr>
        <p:spPr>
          <a:xfrm>
            <a:off x="3343236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19" name="Google Shape;219;p22"/>
          <p:cNvSpPr txBox="1"/>
          <p:nvPr>
            <p:ph idx="6" type="subTitle"/>
          </p:nvPr>
        </p:nvSpPr>
        <p:spPr>
          <a:xfrm>
            <a:off x="33432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20" name="Google Shape;220;p22"/>
          <p:cNvSpPr txBox="1"/>
          <p:nvPr>
            <p:ph hasCustomPrompt="1" idx="7" type="title"/>
          </p:nvPr>
        </p:nvSpPr>
        <p:spPr>
          <a:xfrm>
            <a:off x="5911125" y="1367800"/>
            <a:ext cx="2457600" cy="7689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b="0" sz="4800">
                <a:latin typeface="Roboto Mono"/>
                <a:ea typeface="Roboto Mono"/>
                <a:cs typeface="Roboto Mono"/>
                <a:sym typeface="Roboto Mono"/>
              </a:defRPr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r>
              <a:t>xx%</a:t>
            </a:r>
          </a:p>
        </p:txBody>
      </p:sp>
      <p:sp>
        <p:nvSpPr>
          <p:cNvPr id="221" name="Google Shape;221;p22"/>
          <p:cNvSpPr txBox="1"/>
          <p:nvPr>
            <p:ph idx="8" type="title"/>
          </p:nvPr>
        </p:nvSpPr>
        <p:spPr>
          <a:xfrm>
            <a:off x="5911136" y="3200375"/>
            <a:ext cx="2457600" cy="5277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200"/>
            </a:lvl1pPr>
            <a:lvl2pPr lvl="1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2pPr>
            <a:lvl3pPr lvl="2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3pPr>
            <a:lvl4pPr lvl="3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4pPr>
            <a:lvl5pPr lvl="4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5pPr>
            <a:lvl6pPr lvl="5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6pPr>
            <a:lvl7pPr lvl="6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7pPr>
            <a:lvl8pPr lvl="7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8pPr>
            <a:lvl9pPr lvl="8" rtl="0" algn="ctr">
              <a:spcBef>
                <a:spcPts val="0"/>
              </a:spcBef>
              <a:spcAft>
                <a:spcPts val="0"/>
              </a:spcAft>
              <a:buSzPts val="2500"/>
              <a:buNone/>
              <a:defRPr sz="2500"/>
            </a:lvl9pPr>
          </a:lstStyle>
          <a:p/>
        </p:txBody>
      </p:sp>
      <p:sp>
        <p:nvSpPr>
          <p:cNvPr id="222" name="Google Shape;222;p22"/>
          <p:cNvSpPr txBox="1"/>
          <p:nvPr>
            <p:ph idx="9" type="subTitle"/>
          </p:nvPr>
        </p:nvSpPr>
        <p:spPr>
          <a:xfrm>
            <a:off x="5911125" y="3629925"/>
            <a:ext cx="2457600" cy="6156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 sz="1400"/>
            </a:lvl1pPr>
            <a:lvl2pPr lvl="1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pic>
        <p:nvPicPr>
          <p:cNvPr id="223" name="Google Shape;223;p22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43699">
            <a:off x="8148620" y="39277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224" name="Google Shape;224;p22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525851">
            <a:off x="-1625356" y="-2173849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s">
  <p:cSld name="CUSTOM_7"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6" name="Google Shape;226;p23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sp>
        <p:nvSpPr>
          <p:cNvPr id="227" name="Google Shape;227;p23"/>
          <p:cNvSpPr txBox="1"/>
          <p:nvPr>
            <p:ph type="title"/>
          </p:nvPr>
        </p:nvSpPr>
        <p:spPr>
          <a:xfrm>
            <a:off x="713400" y="527700"/>
            <a:ext cx="4610100" cy="954300"/>
          </a:xfrm>
          <a:prstGeom prst="rect">
            <a:avLst/>
          </a:prstGeom>
        </p:spPr>
        <p:txBody>
          <a:bodyPr anchorCtr="0" anchor="ctr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None/>
              <a:defRPr sz="5000"/>
            </a:lvl1pPr>
            <a:lvl2pPr lvl="1" rtl="0">
              <a:spcBef>
                <a:spcPts val="0"/>
              </a:spcBef>
              <a:spcAft>
                <a:spcPts val="0"/>
              </a:spcAft>
              <a:buNone/>
              <a:defRPr sz="5000"/>
            </a:lvl2pPr>
            <a:lvl3pPr lvl="2" rtl="0">
              <a:spcBef>
                <a:spcPts val="0"/>
              </a:spcBef>
              <a:spcAft>
                <a:spcPts val="0"/>
              </a:spcAft>
              <a:buNone/>
              <a:defRPr sz="5000"/>
            </a:lvl3pPr>
            <a:lvl4pPr lvl="3" rtl="0">
              <a:spcBef>
                <a:spcPts val="0"/>
              </a:spcBef>
              <a:spcAft>
                <a:spcPts val="0"/>
              </a:spcAft>
              <a:buNone/>
              <a:defRPr sz="5000"/>
            </a:lvl4pPr>
            <a:lvl5pPr lvl="4" rtl="0">
              <a:spcBef>
                <a:spcPts val="0"/>
              </a:spcBef>
              <a:spcAft>
                <a:spcPts val="0"/>
              </a:spcAft>
              <a:buNone/>
              <a:defRPr sz="5000"/>
            </a:lvl5pPr>
            <a:lvl6pPr lvl="5" rtl="0">
              <a:spcBef>
                <a:spcPts val="0"/>
              </a:spcBef>
              <a:spcAft>
                <a:spcPts val="0"/>
              </a:spcAft>
              <a:buNone/>
              <a:defRPr sz="5000"/>
            </a:lvl6pPr>
            <a:lvl7pPr lvl="6" rtl="0">
              <a:spcBef>
                <a:spcPts val="0"/>
              </a:spcBef>
              <a:spcAft>
                <a:spcPts val="0"/>
              </a:spcAft>
              <a:buNone/>
              <a:defRPr sz="5000"/>
            </a:lvl7pPr>
            <a:lvl8pPr lvl="7" rtl="0">
              <a:spcBef>
                <a:spcPts val="0"/>
              </a:spcBef>
              <a:spcAft>
                <a:spcPts val="0"/>
              </a:spcAft>
              <a:buNone/>
              <a:defRPr sz="5000"/>
            </a:lvl8pPr>
            <a:lvl9pPr lvl="8" rtl="0">
              <a:spcBef>
                <a:spcPts val="0"/>
              </a:spcBef>
              <a:spcAft>
                <a:spcPts val="0"/>
              </a:spcAft>
              <a:buNone/>
              <a:defRPr sz="5000"/>
            </a:lvl9pPr>
          </a:lstStyle>
          <a:p/>
        </p:txBody>
      </p:sp>
      <p:sp>
        <p:nvSpPr>
          <p:cNvPr id="228" name="Google Shape;228;p23"/>
          <p:cNvSpPr txBox="1"/>
          <p:nvPr>
            <p:ph idx="2" type="title"/>
          </p:nvPr>
        </p:nvSpPr>
        <p:spPr>
          <a:xfrm>
            <a:off x="714809" y="1482000"/>
            <a:ext cx="4608600" cy="1385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>
            <a:lvl1pPr lvl="0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1pPr>
            <a:lvl2pPr lvl="1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2pPr>
            <a:lvl3pPr lvl="2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3pPr>
            <a:lvl4pPr lvl="3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4pPr>
            <a:lvl5pPr lvl="4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5pPr>
            <a:lvl6pPr lvl="5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6pPr>
            <a:lvl7pPr lvl="6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7pPr>
            <a:lvl8pPr lvl="7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8pPr>
            <a:lvl9pPr lvl="8" rtl="0">
              <a:spcBef>
                <a:spcPts val="0"/>
              </a:spcBef>
              <a:spcAft>
                <a:spcPts val="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229" name="Google Shape;229;p23"/>
          <p:cNvSpPr txBox="1"/>
          <p:nvPr/>
        </p:nvSpPr>
        <p:spPr>
          <a:xfrm>
            <a:off x="3820624" y="3655800"/>
            <a:ext cx="4610100" cy="738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300"/>
              </a:spcBef>
              <a:spcAft>
                <a:spcPts val="0"/>
              </a:spcAft>
              <a:buNone/>
            </a:pP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CREDITS: This presentation template was created by </a:t>
            </a:r>
            <a:r>
              <a:rPr lang="en" sz="1200">
                <a:solidFill>
                  <a:schemeClr val="dk1"/>
                </a:solidFill>
                <a:uFill>
                  <a:noFill/>
                </a:uFill>
                <a:latin typeface="Roboto Mono Medium"/>
                <a:ea typeface="Roboto Mono Medium"/>
                <a:cs typeface="Roboto Mono Medium"/>
                <a:sym typeface="Roboto Mono Medium"/>
                <a:hlinkClick r:id="rId3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Slidesgo</a:t>
            </a: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, and includes icons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4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Flaticon</a:t>
            </a:r>
            <a:r>
              <a:rPr lang="en" sz="12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, and infographics &amp; images by </a:t>
            </a:r>
            <a:r>
              <a:rPr b="1" lang="en" sz="1200">
                <a:solidFill>
                  <a:schemeClr val="dk1"/>
                </a:solidFill>
                <a:uFill>
                  <a:noFill/>
                </a:uFill>
                <a:latin typeface="Roboto Mono"/>
                <a:ea typeface="Roboto Mono"/>
                <a:cs typeface="Roboto Mono"/>
                <a:sym typeface="Roboto Mono"/>
                <a:hlinkClick r:id="rId5">
                  <a:extLst>
                    <a:ext uri="{A12FA001-AC4F-418D-AE19-62706E023703}">
                      <ahyp:hlinkClr val="tx"/>
                    </a:ext>
                  </a:extLst>
                </a:hlinkClick>
              </a:rPr>
              <a:t>Freepik</a:t>
            </a:r>
            <a:r>
              <a:rPr b="1" lang="en" sz="1200">
                <a:solidFill>
                  <a:schemeClr val="dk1"/>
                </a:solidFill>
                <a:latin typeface="Roboto Mono"/>
                <a:ea typeface="Roboto Mono"/>
                <a:cs typeface="Roboto Mono"/>
                <a:sym typeface="Roboto Mono"/>
              </a:rPr>
              <a:t> </a:t>
            </a:r>
            <a:endParaRPr b="1" sz="1200">
              <a:solidFill>
                <a:schemeClr val="dk1"/>
              </a:solidFill>
              <a:latin typeface="Roboto Mono"/>
              <a:ea typeface="Roboto Mono"/>
              <a:cs typeface="Roboto Mono"/>
              <a:sym typeface="Roboto Mono"/>
            </a:endParaRPr>
          </a:p>
        </p:txBody>
      </p:sp>
      <p:sp>
        <p:nvSpPr>
          <p:cNvPr id="230" name="Google Shape;230;p23"/>
          <p:cNvSpPr txBox="1"/>
          <p:nvPr/>
        </p:nvSpPr>
        <p:spPr>
          <a:xfrm>
            <a:off x="2028250" y="262463"/>
            <a:ext cx="1071300" cy="2769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600"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rPr>
              <a:t>PLAYBACK ERROR…</a:t>
            </a:r>
            <a:endParaRPr sz="600">
              <a:solidFill>
                <a:schemeClr val="dk1"/>
              </a:solidFill>
              <a:latin typeface="Roboto Mono Medium"/>
              <a:ea typeface="Roboto Mono Medium"/>
              <a:cs typeface="Roboto Mono Medium"/>
              <a:sym typeface="Roboto Mono Medium"/>
            </a:endParaRPr>
          </a:p>
        </p:txBody>
      </p:sp>
      <p:cxnSp>
        <p:nvCxnSpPr>
          <p:cNvPr id="231" name="Google Shape;231;p23"/>
          <p:cNvCxnSpPr/>
          <p:nvPr/>
        </p:nvCxnSpPr>
        <p:spPr>
          <a:xfrm>
            <a:off x="268125" y="1354963"/>
            <a:ext cx="133500" cy="0"/>
          </a:xfrm>
          <a:prstGeom prst="straightConnector1">
            <a:avLst/>
          </a:prstGeom>
          <a:noFill/>
          <a:ln cap="flat" cmpd="sng" w="1905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grpSp>
        <p:nvGrpSpPr>
          <p:cNvPr id="232" name="Google Shape;232;p23"/>
          <p:cNvGrpSpPr/>
          <p:nvPr/>
        </p:nvGrpSpPr>
        <p:grpSpPr>
          <a:xfrm>
            <a:off x="3299425" y="277013"/>
            <a:ext cx="1962300" cy="224250"/>
            <a:chOff x="3762375" y="767025"/>
            <a:chExt cx="1962300" cy="224250"/>
          </a:xfrm>
        </p:grpSpPr>
        <p:cxnSp>
          <p:nvCxnSpPr>
            <p:cNvPr id="233" name="Google Shape;233;p23"/>
            <p:cNvCxnSpPr/>
            <p:nvPr/>
          </p:nvCxnSpPr>
          <p:spPr>
            <a:xfrm>
              <a:off x="37623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4" name="Google Shape;234;p23"/>
            <p:cNvCxnSpPr/>
            <p:nvPr/>
          </p:nvCxnSpPr>
          <p:spPr>
            <a:xfrm>
              <a:off x="4371975" y="866775"/>
              <a:ext cx="2382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5" name="Google Shape;235;p23"/>
            <p:cNvCxnSpPr/>
            <p:nvPr/>
          </p:nvCxnSpPr>
          <p:spPr>
            <a:xfrm>
              <a:off x="4238625" y="99127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  <p:cxnSp>
          <p:nvCxnSpPr>
            <p:cNvPr id="236" name="Google Shape;236;p23"/>
            <p:cNvCxnSpPr/>
            <p:nvPr/>
          </p:nvCxnSpPr>
          <p:spPr>
            <a:xfrm>
              <a:off x="5591175" y="767025"/>
              <a:ext cx="133500" cy="0"/>
            </a:xfrm>
            <a:prstGeom prst="straightConnector1">
              <a:avLst/>
            </a:prstGeom>
            <a:noFill/>
            <a:ln cap="flat" cmpd="sng" w="19050">
              <a:solidFill>
                <a:schemeClr val="dk1"/>
              </a:solidFill>
              <a:prstDash val="solid"/>
              <a:round/>
              <a:headEnd len="med" w="med" type="none"/>
              <a:tailEnd len="med" w="med" type="none"/>
            </a:ln>
          </p:spPr>
        </p:cxnSp>
      </p:grpSp>
      <p:pic>
        <p:nvPicPr>
          <p:cNvPr id="237" name="Google Shape;237;p23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 flipH="1">
            <a:off x="-2384375" y="3308999"/>
            <a:ext cx="5861150" cy="1951775"/>
          </a:xfrm>
          <a:prstGeom prst="rect">
            <a:avLst/>
          </a:prstGeom>
          <a:noFill/>
          <a:ln>
            <a:noFill/>
          </a:ln>
          <a:effectLst>
            <a:outerShdw blurRad="271463" rotWithShape="0" algn="bl">
              <a:schemeClr val="lt2">
                <a:alpha val="72000"/>
              </a:schemeClr>
            </a:outerShdw>
          </a:effectLst>
        </p:spPr>
      </p:pic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">
  <p:cSld name="CUSTOM_8"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9" name="Google Shape;239;p24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0" name="Google Shape;240;p24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rot="-8543699">
            <a:off x="8148620" y="3927779"/>
            <a:ext cx="3546408" cy="2315791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  <p:pic>
        <p:nvPicPr>
          <p:cNvPr id="241" name="Google Shape;241;p24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 rot="-1525851">
            <a:off x="-1625356" y="-2173849"/>
            <a:ext cx="3614137" cy="3444247"/>
          </a:xfrm>
          <a:prstGeom prst="rect">
            <a:avLst/>
          </a:prstGeom>
          <a:noFill/>
          <a:ln>
            <a:noFill/>
          </a:ln>
          <a:effectLst>
            <a:outerShdw blurRad="142875" rotWithShape="0" algn="bl">
              <a:schemeClr val="lt2">
                <a:alpha val="69000"/>
              </a:schemeClr>
            </a:outerShdw>
          </a:effectLst>
        </p:spPr>
      </p:pic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ackground 1">
  <p:cSld name="CUSTOM_8_1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3" name="Google Shape;243;p25"/>
          <p:cNvPicPr preferRelativeResize="0"/>
          <p:nvPr/>
        </p:nvPicPr>
        <p:blipFill>
          <a:blip r:embed="rId2">
            <a:alphaModFix/>
          </a:blip>
          <a:stretch>
            <a:fillRect/>
          </a:stretch>
        </p:blipFill>
        <p:spPr>
          <a:xfrm>
            <a:off x="0" y="0"/>
            <a:ext cx="9144000" cy="5143500"/>
          </a:xfrm>
          <a:prstGeom prst="rect">
            <a:avLst/>
          </a:prstGeom>
          <a:noFill/>
          <a:ln>
            <a:noFill/>
          </a:ln>
        </p:spPr>
      </p:pic>
      <p:pic>
        <p:nvPicPr>
          <p:cNvPr id="244" name="Google Shape;244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10800000">
            <a:off x="4577475" y="-1296342"/>
            <a:ext cx="4252300" cy="4052442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  <p:pic>
        <p:nvPicPr>
          <p:cNvPr id="245" name="Google Shape;245;p25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 flipH="1" rot="6976236">
            <a:off x="7644526" y="2494609"/>
            <a:ext cx="4252299" cy="4052441"/>
          </a:xfrm>
          <a:prstGeom prst="rect">
            <a:avLst/>
          </a:prstGeom>
          <a:noFill/>
          <a:ln>
            <a:noFill/>
          </a:ln>
          <a:effectLst>
            <a:outerShdw blurRad="157163" rotWithShape="0" algn="bl">
              <a:schemeClr val="lt2">
                <a:alpha val="71000"/>
              </a:schemeClr>
            </a:outerShdw>
          </a:effectLst>
        </p:spPr>
      </p:pic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20" Type="http://schemas.openxmlformats.org/officeDocument/2006/relationships/slideLayout" Target="../slideLayouts/slideLayout20.xml"/><Relationship Id="rId22" Type="http://schemas.openxmlformats.org/officeDocument/2006/relationships/slideLayout" Target="../slideLayouts/slideLayout22.xml"/><Relationship Id="rId21" Type="http://schemas.openxmlformats.org/officeDocument/2006/relationships/slideLayout" Target="../slideLayouts/slideLayout21.xml"/><Relationship Id="rId24" Type="http://schemas.openxmlformats.org/officeDocument/2006/relationships/slideLayout" Target="../slideLayouts/slideLayout24.xml"/><Relationship Id="rId23" Type="http://schemas.openxmlformats.org/officeDocument/2006/relationships/slideLayout" Target="../slideLayouts/slideLayout23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25" Type="http://schemas.openxmlformats.org/officeDocument/2006/relationships/theme" Target="../theme/theme2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slideLayout" Target="../slideLayouts/slideLayout13.xml"/><Relationship Id="rId12" Type="http://schemas.openxmlformats.org/officeDocument/2006/relationships/slideLayout" Target="../slideLayouts/slideLayout12.xml"/><Relationship Id="rId15" Type="http://schemas.openxmlformats.org/officeDocument/2006/relationships/slideLayout" Target="../slideLayouts/slideLayout15.xml"/><Relationship Id="rId14" Type="http://schemas.openxmlformats.org/officeDocument/2006/relationships/slideLayout" Target="../slideLayouts/slideLayout14.xml"/><Relationship Id="rId17" Type="http://schemas.openxmlformats.org/officeDocument/2006/relationships/slideLayout" Target="../slideLayouts/slideLayout17.xml"/><Relationship Id="rId16" Type="http://schemas.openxmlformats.org/officeDocument/2006/relationships/slideLayout" Target="../slideLayouts/slideLayout16.xml"/><Relationship Id="rId19" Type="http://schemas.openxmlformats.org/officeDocument/2006/relationships/slideLayout" Target="../slideLayouts/slideLayout19.xml"/><Relationship Id="rId18" Type="http://schemas.openxmlformats.org/officeDocument/2006/relationships/slideLayout" Target="../slideLayouts/slideLayout1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  <a:noFill/>
          <a:ln>
            <a:noFill/>
          </a:ln>
          <a:effectLst>
            <a:outerShdw blurRad="42863" rotWithShape="0" algn="bl">
              <a:schemeClr val="dk1">
                <a:alpha val="58000"/>
              </a:schemeClr>
            </a:outerShdw>
          </a:effectLst>
        </p:spPr>
        <p:txBody>
          <a:bodyPr anchorCtr="0" anchor="t" bIns="91425" lIns="91425" spcFirstLastPara="1" rIns="91425" wrap="square" tIns="91425">
            <a:no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400"/>
              <a:buFont typeface="Michroma"/>
              <a:buNone/>
              <a:defRPr b="1" sz="3400">
                <a:solidFill>
                  <a:schemeClr val="dk1"/>
                </a:solidFill>
                <a:latin typeface="Michroma"/>
                <a:ea typeface="Michroma"/>
                <a:cs typeface="Michroma"/>
                <a:sym typeface="Michroma"/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713275" y="1152475"/>
            <a:ext cx="77175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1pPr>
            <a:lvl2pPr indent="-317500" lvl="1" marL="914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2pPr>
            <a:lvl3pPr indent="-317500" lvl="2" marL="1371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3pPr>
            <a:lvl4pPr indent="-317500" lvl="3" marL="1828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4pPr>
            <a:lvl5pPr indent="-317500" lvl="4" marL="22860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5pPr>
            <a:lvl6pPr indent="-317500" lvl="5" marL="27432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6pPr>
            <a:lvl7pPr indent="-317500" lvl="6" marL="32004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●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7pPr>
            <a:lvl8pPr indent="-317500" lvl="7" marL="3657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○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8pPr>
            <a:lvl9pPr indent="-317500" lvl="8" marL="41148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Roboto Mono Medium"/>
              <a:buChar char="■"/>
              <a:defRPr>
                <a:solidFill>
                  <a:schemeClr val="dk1"/>
                </a:solidFill>
                <a:latin typeface="Roboto Mono Medium"/>
                <a:ea typeface="Roboto Mono Medium"/>
                <a:cs typeface="Roboto Mono Medium"/>
                <a:sym typeface="Roboto Mono Medium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  <p:sldLayoutId id="2147483661" r:id="rId14"/>
    <p:sldLayoutId id="2147483662" r:id="rId15"/>
    <p:sldLayoutId id="2147483663" r:id="rId16"/>
    <p:sldLayoutId id="2147483664" r:id="rId17"/>
    <p:sldLayoutId id="2147483665" r:id="rId18"/>
    <p:sldLayoutId id="2147483666" r:id="rId19"/>
    <p:sldLayoutId id="2147483667" r:id="rId20"/>
    <p:sldLayoutId id="2147483668" r:id="rId21"/>
    <p:sldLayoutId id="2147483669" r:id="rId22"/>
    <p:sldLayoutId id="2147483670" r:id="rId23"/>
    <p:sldLayoutId id="2147483671" r:id="rId24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5.jpg"/><Relationship Id="rId4" Type="http://schemas.openxmlformats.org/officeDocument/2006/relationships/image" Target="../media/image40.jpg"/><Relationship Id="rId5" Type="http://schemas.openxmlformats.org/officeDocument/2006/relationships/image" Target="../media/image7.jpg"/><Relationship Id="rId6" Type="http://schemas.openxmlformats.org/officeDocument/2006/relationships/image" Target="../media/image13.jpg"/><Relationship Id="rId7" Type="http://schemas.openxmlformats.org/officeDocument/2006/relationships/image" Target="../media/image37.jpg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2.jpg"/><Relationship Id="rId4" Type="http://schemas.openxmlformats.org/officeDocument/2006/relationships/image" Target="../media/image9.jpg"/><Relationship Id="rId5" Type="http://schemas.openxmlformats.org/officeDocument/2006/relationships/image" Target="../media/image14.jpg"/><Relationship Id="rId6" Type="http://schemas.openxmlformats.org/officeDocument/2006/relationships/image" Target="../media/image11.jpg"/><Relationship Id="rId7" Type="http://schemas.openxmlformats.org/officeDocument/2006/relationships/image" Target="../media/image6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0.jpg"/><Relationship Id="rId4" Type="http://schemas.openxmlformats.org/officeDocument/2006/relationships/image" Target="../media/image17.jpg"/><Relationship Id="rId5" Type="http://schemas.openxmlformats.org/officeDocument/2006/relationships/image" Target="../media/image22.jpg"/><Relationship Id="rId6" Type="http://schemas.openxmlformats.org/officeDocument/2006/relationships/image" Target="../media/image18.jpg"/><Relationship Id="rId7" Type="http://schemas.openxmlformats.org/officeDocument/2006/relationships/image" Target="../media/image16.jpg"/><Relationship Id="rId8" Type="http://schemas.openxmlformats.org/officeDocument/2006/relationships/image" Target="../media/image38.jp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1.jpg"/><Relationship Id="rId4" Type="http://schemas.openxmlformats.org/officeDocument/2006/relationships/image" Target="../media/image26.jpg"/><Relationship Id="rId9" Type="http://schemas.openxmlformats.org/officeDocument/2006/relationships/image" Target="../media/image35.jpg"/><Relationship Id="rId5" Type="http://schemas.openxmlformats.org/officeDocument/2006/relationships/image" Target="../media/image24.jpg"/><Relationship Id="rId6" Type="http://schemas.openxmlformats.org/officeDocument/2006/relationships/image" Target="../media/image25.jpg"/><Relationship Id="rId7" Type="http://schemas.openxmlformats.org/officeDocument/2006/relationships/image" Target="../media/image19.jpg"/><Relationship Id="rId8" Type="http://schemas.openxmlformats.org/officeDocument/2006/relationships/image" Target="../media/image28.jpg"/><Relationship Id="rId11" Type="http://schemas.openxmlformats.org/officeDocument/2006/relationships/image" Target="../media/image30.jpg"/><Relationship Id="rId10" Type="http://schemas.openxmlformats.org/officeDocument/2006/relationships/image" Target="../media/image29.jpg"/><Relationship Id="rId12" Type="http://schemas.openxmlformats.org/officeDocument/2006/relationships/image" Target="../media/image36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27.jpg"/><Relationship Id="rId4" Type="http://schemas.openxmlformats.org/officeDocument/2006/relationships/image" Target="../media/image39.jpg"/><Relationship Id="rId9" Type="http://schemas.openxmlformats.org/officeDocument/2006/relationships/image" Target="../media/image34.jpg"/><Relationship Id="rId5" Type="http://schemas.openxmlformats.org/officeDocument/2006/relationships/image" Target="../media/image33.jpg"/><Relationship Id="rId6" Type="http://schemas.openxmlformats.org/officeDocument/2006/relationships/image" Target="../media/image41.jpg"/><Relationship Id="rId7" Type="http://schemas.openxmlformats.org/officeDocument/2006/relationships/image" Target="../media/image32.jpg"/><Relationship Id="rId8" Type="http://schemas.openxmlformats.org/officeDocument/2006/relationships/image" Target="../media/image31.jp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9" name="Shape 2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0" name="Google Shape;250;p26"/>
          <p:cNvSpPr txBox="1"/>
          <p:nvPr>
            <p:ph type="ctrTitle"/>
          </p:nvPr>
        </p:nvSpPr>
        <p:spPr>
          <a:xfrm>
            <a:off x="713248" y="1832988"/>
            <a:ext cx="7717500" cy="1477500"/>
          </a:xfrm>
          <a:prstGeom prst="rect">
            <a:avLst/>
          </a:prstGeom>
        </p:spPr>
        <p:txBody>
          <a:bodyPr anchorCtr="0" anchor="b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MEGAByte Jam 2025 </a:t>
            </a:r>
            <a:endParaRPr/>
          </a:p>
        </p:txBody>
      </p:sp>
      <p:sp>
        <p:nvSpPr>
          <p:cNvPr id="251" name="Google Shape;251;p26"/>
          <p:cNvSpPr txBox="1"/>
          <p:nvPr>
            <p:ph idx="1" type="subTitle"/>
          </p:nvPr>
        </p:nvSpPr>
        <p:spPr>
          <a:xfrm>
            <a:off x="1700401" y="3310488"/>
            <a:ext cx="5743200" cy="461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 Direction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55" name="Shape 2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6" name="Google Shape;256;p27"/>
          <p:cNvSpPr txBox="1"/>
          <p:nvPr>
            <p:ph type="title"/>
          </p:nvPr>
        </p:nvSpPr>
        <p:spPr>
          <a:xfrm>
            <a:off x="3456038" y="352425"/>
            <a:ext cx="53382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ART STYLE</a:t>
            </a:r>
            <a:endParaRPr/>
          </a:p>
        </p:txBody>
      </p:sp>
      <p:sp>
        <p:nvSpPr>
          <p:cNvPr id="257" name="Google Shape;257;p27"/>
          <p:cNvSpPr txBox="1"/>
          <p:nvPr>
            <p:ph idx="1" type="body"/>
          </p:nvPr>
        </p:nvSpPr>
        <p:spPr>
          <a:xfrm>
            <a:off x="3733025" y="985825"/>
            <a:ext cx="5338200" cy="18900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b="1" lang="en"/>
              <a:t>THICK</a:t>
            </a:r>
            <a:r>
              <a:rPr lang="en"/>
              <a:t> outlines, </a:t>
            </a:r>
            <a:r>
              <a:rPr lang="en" sz="1400"/>
              <a:t>thin</a:t>
            </a:r>
            <a:r>
              <a:rPr lang="en" sz="1400"/>
              <a:t> </a:t>
            </a:r>
            <a:r>
              <a:rPr lang="en"/>
              <a:t>inlines.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Bold, clean, and confident shapes.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Silhouette breaking.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60-30-10 color rule.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High contrast = high importance.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Cartoon Network</a:t>
            </a:r>
            <a:endParaRPr/>
          </a:p>
        </p:txBody>
      </p:sp>
      <p:pic>
        <p:nvPicPr>
          <p:cNvPr id="258" name="Google Shape;258;p27" title="2df06a6d0c6b08b5bfb67ca902c37f48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302324" y="3010968"/>
            <a:ext cx="1336482" cy="1890008"/>
          </a:xfrm>
          <a:prstGeom prst="rect">
            <a:avLst/>
          </a:prstGeom>
          <a:noFill/>
          <a:ln>
            <a:noFill/>
          </a:ln>
        </p:spPr>
      </p:pic>
      <p:pic>
        <p:nvPicPr>
          <p:cNvPr id="259" name="Google Shape;259;p27" title="3dc8c26fc60b5d4704921eef565d48dc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474646" y="616227"/>
            <a:ext cx="1393547" cy="1890006"/>
          </a:xfrm>
          <a:prstGeom prst="rect">
            <a:avLst/>
          </a:prstGeom>
          <a:noFill/>
          <a:ln>
            <a:noFill/>
          </a:ln>
        </p:spPr>
      </p:pic>
      <p:pic>
        <p:nvPicPr>
          <p:cNvPr id="260" name="Google Shape;260;p27" title="5f4c5fbfa503f15a5a4a842f3d8fc7ba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089760" y="925127"/>
            <a:ext cx="1421705" cy="1890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1" name="Google Shape;261;p27" title="173585533e0b6d5bd2956c7dc9d83d27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832328" y="3010971"/>
            <a:ext cx="796029" cy="1890007"/>
          </a:xfrm>
          <a:prstGeom prst="rect">
            <a:avLst/>
          </a:prstGeom>
          <a:noFill/>
          <a:ln>
            <a:noFill/>
          </a:ln>
        </p:spPr>
      </p:pic>
      <p:pic>
        <p:nvPicPr>
          <p:cNvPr id="262" name="Google Shape;262;p27" title="JSR3_Key_Art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4312775" y="2936525"/>
            <a:ext cx="3624714" cy="203889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8"/>
          <p:cNvSpPr txBox="1"/>
          <p:nvPr>
            <p:ph type="title"/>
          </p:nvPr>
        </p:nvSpPr>
        <p:spPr>
          <a:xfrm>
            <a:off x="2938750" y="445025"/>
            <a:ext cx="5893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Supplemental Art</a:t>
            </a:r>
            <a:endParaRPr/>
          </a:p>
        </p:txBody>
      </p:sp>
      <p:sp>
        <p:nvSpPr>
          <p:cNvPr id="268" name="Google Shape;268;p28"/>
          <p:cNvSpPr txBox="1"/>
          <p:nvPr>
            <p:ph idx="1" type="body"/>
          </p:nvPr>
        </p:nvSpPr>
        <p:spPr>
          <a:xfrm>
            <a:off x="3368075" y="1152475"/>
            <a:ext cx="5464500" cy="1273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Shapes, shapes, shapes, and more shapes.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Character defining elements.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Design with intent and purpose.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Player needs to know where to look.</a:t>
            </a:r>
            <a:endParaRPr/>
          </a:p>
        </p:txBody>
      </p:sp>
      <p:pic>
        <p:nvPicPr>
          <p:cNvPr id="269" name="Google Shape;269;p28" title="8e3de27675304618ef52d4401e299c0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262632" y="2956670"/>
            <a:ext cx="1465226" cy="1897961"/>
          </a:xfrm>
          <a:prstGeom prst="rect">
            <a:avLst/>
          </a:prstGeom>
          <a:noFill/>
          <a:ln>
            <a:noFill/>
          </a:ln>
        </p:spPr>
      </p:pic>
      <p:pic>
        <p:nvPicPr>
          <p:cNvPr id="270" name="Google Shape;270;p28" title="64dd7191e9b81c74c8e9bc3de63797b3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842876" y="2880751"/>
            <a:ext cx="1056616" cy="2049799"/>
          </a:xfrm>
          <a:prstGeom prst="rect">
            <a:avLst/>
          </a:prstGeom>
          <a:noFill/>
          <a:ln>
            <a:noFill/>
          </a:ln>
        </p:spPr>
      </p:pic>
      <p:pic>
        <p:nvPicPr>
          <p:cNvPr id="271" name="Google Shape;271;p28" title="0935eefbe9bd64163b43c3b22edc5d29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3014525" y="2918576"/>
            <a:ext cx="1919285" cy="2049796"/>
          </a:xfrm>
          <a:prstGeom prst="rect">
            <a:avLst/>
          </a:prstGeom>
          <a:noFill/>
          <a:ln>
            <a:noFill/>
          </a:ln>
        </p:spPr>
      </p:pic>
      <p:pic>
        <p:nvPicPr>
          <p:cNvPr id="272" name="Google Shape;272;p28" title="b5cd8065f62884c546536eab1c1b0b8d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62634" y="700426"/>
            <a:ext cx="1394922" cy="2049797"/>
          </a:xfrm>
          <a:prstGeom prst="rect">
            <a:avLst/>
          </a:prstGeom>
          <a:noFill/>
          <a:ln>
            <a:noFill/>
          </a:ln>
        </p:spPr>
      </p:pic>
      <p:pic>
        <p:nvPicPr>
          <p:cNvPr id="273" name="Google Shape;273;p28" title="f63b71391a1fa3f02be670f38549c853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842875" y="809563"/>
            <a:ext cx="1465225" cy="1831521"/>
          </a:xfrm>
          <a:prstGeom prst="rect">
            <a:avLst/>
          </a:prstGeom>
          <a:noFill/>
          <a:ln>
            <a:noFill/>
          </a:ln>
        </p:spPr>
      </p:pic>
      <p:sp>
        <p:nvSpPr>
          <p:cNvPr id="274" name="Google Shape;274;p28"/>
          <p:cNvSpPr txBox="1"/>
          <p:nvPr>
            <p:ph idx="1" type="body"/>
          </p:nvPr>
        </p:nvSpPr>
        <p:spPr>
          <a:xfrm>
            <a:off x="5048825" y="3933075"/>
            <a:ext cx="3770400" cy="10353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" sz="1100"/>
              <a:t>*Artist depicted are Jamie Hewlett and Ashley Wood</a:t>
            </a:r>
            <a:endParaRPr sz="11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29"/>
          <p:cNvSpPr txBox="1"/>
          <p:nvPr>
            <p:ph type="title"/>
          </p:nvPr>
        </p:nvSpPr>
        <p:spPr>
          <a:xfrm>
            <a:off x="713275" y="445025"/>
            <a:ext cx="7717500" cy="740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Environment</a:t>
            </a:r>
            <a:endParaRPr/>
          </a:p>
        </p:txBody>
      </p:sp>
      <p:sp>
        <p:nvSpPr>
          <p:cNvPr id="280" name="Google Shape;280;p29"/>
          <p:cNvSpPr txBox="1"/>
          <p:nvPr>
            <p:ph idx="1" type="body"/>
          </p:nvPr>
        </p:nvSpPr>
        <p:spPr>
          <a:xfrm>
            <a:off x="4418325" y="1152475"/>
            <a:ext cx="4607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Harmonious in tones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Values should be ~50% and low contrast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Saturate colors are reserved for important </a:t>
            </a:r>
            <a:r>
              <a:rPr lang="en"/>
              <a:t>architectures.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Simple shapes that are pushed in silhouette 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Aesthetic over functionality</a:t>
            </a:r>
            <a:endParaRPr/>
          </a:p>
          <a:p>
            <a:pPr indent="-304800" lvl="2" marL="1371600" rtl="0" algn="l">
              <a:spcBef>
                <a:spcPts val="0"/>
              </a:spcBef>
              <a:spcAft>
                <a:spcPts val="0"/>
              </a:spcAft>
              <a:buClr>
                <a:srgbClr val="D9D9D9"/>
              </a:buClr>
              <a:buSzPts val="1200"/>
              <a:buChar char="■"/>
            </a:pPr>
            <a:r>
              <a:rPr lang="en" sz="1200">
                <a:solidFill>
                  <a:srgbClr val="D9D9D9"/>
                </a:solidFill>
              </a:rPr>
              <a:t>The house doesn’t necessarily need to be/look big enough for 5 rooms, just needs to look cool</a:t>
            </a:r>
            <a:endParaRPr sz="1200">
              <a:solidFill>
                <a:srgbClr val="D9D9D9"/>
              </a:solidFill>
            </a:endParaRPr>
          </a:p>
        </p:txBody>
      </p:sp>
      <p:pic>
        <p:nvPicPr>
          <p:cNvPr id="281" name="Google Shape;281;p29" title="96b58cb3a65077e0a6f1ae6a8db4aaa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128402" y="3108105"/>
            <a:ext cx="1066424" cy="177957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2" name="Google Shape;282;p29" title="864c079a7b89834cfac48e2df72ca1a8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283850" y="2996368"/>
            <a:ext cx="1282769" cy="1779565"/>
          </a:xfrm>
          <a:prstGeom prst="rect">
            <a:avLst/>
          </a:prstGeom>
          <a:noFill/>
          <a:ln>
            <a:noFill/>
          </a:ln>
        </p:spPr>
      </p:pic>
      <p:pic>
        <p:nvPicPr>
          <p:cNvPr id="283" name="Google Shape;283;p29" title="45961f8a69f4ddb1e379e23dc3c9c0e4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283852" y="1152475"/>
            <a:ext cx="2372758" cy="1720250"/>
          </a:xfrm>
          <a:prstGeom prst="rect">
            <a:avLst/>
          </a:prstGeom>
          <a:noFill/>
          <a:ln>
            <a:noFill/>
          </a:ln>
        </p:spPr>
      </p:pic>
      <p:pic>
        <p:nvPicPr>
          <p:cNvPr id="284" name="Google Shape;284;p29" title="beb9fa65f7e7b9b5d8d79cf678a8e4e0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1636406" y="3131156"/>
            <a:ext cx="2422191" cy="173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85" name="Google Shape;285;p29" title="c56636cc18986f7f0dc83053ccbb722e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2745584" y="1216805"/>
            <a:ext cx="1779569" cy="1779569"/>
          </a:xfrm>
          <a:prstGeom prst="rect">
            <a:avLst/>
          </a:prstGeom>
          <a:noFill/>
          <a:ln>
            <a:noFill/>
          </a:ln>
        </p:spPr>
      </p:pic>
      <p:pic>
        <p:nvPicPr>
          <p:cNvPr id="286" name="Google Shape;286;p29" title="0b664db60892389c7d6e24faacda74e2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5264625" y="3669300"/>
            <a:ext cx="2166000" cy="121837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30"/>
          <p:cNvSpPr txBox="1"/>
          <p:nvPr>
            <p:ph type="title"/>
          </p:nvPr>
        </p:nvSpPr>
        <p:spPr>
          <a:xfrm>
            <a:off x="2980850" y="445025"/>
            <a:ext cx="58515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Rooted in Reality</a:t>
            </a:r>
            <a:endParaRPr/>
          </a:p>
        </p:txBody>
      </p:sp>
      <p:sp>
        <p:nvSpPr>
          <p:cNvPr id="292" name="Google Shape;292;p30"/>
          <p:cNvSpPr txBox="1"/>
          <p:nvPr>
            <p:ph idx="1" type="body"/>
          </p:nvPr>
        </p:nvSpPr>
        <p:spPr>
          <a:xfrm>
            <a:off x="3258650" y="1152475"/>
            <a:ext cx="55737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Rooted in late 90s-2000s</a:t>
            </a:r>
            <a:endParaRPr/>
          </a:p>
          <a:p>
            <a:pPr indent="-317500" lvl="1" marL="914400" rtl="0" algn="l">
              <a:spcBef>
                <a:spcPts val="0"/>
              </a:spcBef>
              <a:spcAft>
                <a:spcPts val="0"/>
              </a:spcAft>
              <a:buSzPts val="1400"/>
              <a:buChar char="○"/>
            </a:pPr>
            <a:r>
              <a:rPr lang="en"/>
              <a:t>Grunge + Y2K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Y2K futurism/ Frutiger Aero.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Lots of textures and colors.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Fun and bold choices.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SPYKids</a:t>
            </a:r>
            <a:endParaRPr/>
          </a:p>
        </p:txBody>
      </p:sp>
      <p:pic>
        <p:nvPicPr>
          <p:cNvPr id="293" name="Google Shape;293;p30" title="492ecdfe6d2b2969e71fc0632468c56f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428601" y="445014"/>
            <a:ext cx="669516" cy="669516"/>
          </a:xfrm>
          <a:prstGeom prst="rect">
            <a:avLst/>
          </a:prstGeom>
          <a:noFill/>
          <a:ln>
            <a:noFill/>
          </a:ln>
        </p:spPr>
      </p:pic>
      <p:pic>
        <p:nvPicPr>
          <p:cNvPr id="294" name="Google Shape;294;p30" title="f1ed77c5be9ec7f8d5851245c4a294ed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1281521" y="71525"/>
            <a:ext cx="1414945" cy="1165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5" name="Google Shape;295;p30" title="16b969d55331f822e3907e2540ffc1fc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09424" y="2636019"/>
            <a:ext cx="973281" cy="973281"/>
          </a:xfrm>
          <a:prstGeom prst="rect">
            <a:avLst/>
          </a:prstGeom>
          <a:noFill/>
          <a:ln>
            <a:noFill/>
          </a:ln>
        </p:spPr>
      </p:pic>
      <p:pic>
        <p:nvPicPr>
          <p:cNvPr id="296" name="Google Shape;296;p30" title="292571694f0a08e7ad78c558f16ad03d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29650" y="2494515"/>
            <a:ext cx="1184022" cy="1165818"/>
          </a:xfrm>
          <a:prstGeom prst="rect">
            <a:avLst/>
          </a:prstGeom>
          <a:noFill/>
          <a:ln>
            <a:noFill/>
          </a:ln>
        </p:spPr>
      </p:pic>
      <p:pic>
        <p:nvPicPr>
          <p:cNvPr id="297" name="Google Shape;297;p30" title="c3f057ff19de4847fc17beb8865630c2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92901" y="1198697"/>
            <a:ext cx="973284" cy="1151310"/>
          </a:xfrm>
          <a:prstGeom prst="rect">
            <a:avLst/>
          </a:prstGeom>
          <a:noFill/>
          <a:ln>
            <a:noFill/>
          </a:ln>
        </p:spPr>
      </p:pic>
      <p:pic>
        <p:nvPicPr>
          <p:cNvPr id="298" name="Google Shape;298;p30" title="9c5c047b87689fbc09fce6bc67c7d5b5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1464087" y="1269979"/>
            <a:ext cx="1400888" cy="133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299" name="Google Shape;299;p30" title="f2114bdc-6275-4ee3-ac88-9107fa50e6ab_680x333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192900" y="3695580"/>
            <a:ext cx="2787951" cy="136526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0" name="Google Shape;300;p30" title="dw.jpg"/>
          <p:cNvPicPr preferRelativeResize="0"/>
          <p:nvPr/>
        </p:nvPicPr>
        <p:blipFill>
          <a:blip r:embed="rId10">
            <a:alphaModFix/>
          </a:blip>
          <a:stretch>
            <a:fillRect/>
          </a:stretch>
        </p:blipFill>
        <p:spPr>
          <a:xfrm>
            <a:off x="3055475" y="3510400"/>
            <a:ext cx="2254199" cy="1550449"/>
          </a:xfrm>
          <a:prstGeom prst="rect">
            <a:avLst/>
          </a:prstGeom>
          <a:noFill/>
          <a:ln>
            <a:noFill/>
          </a:ln>
        </p:spPr>
      </p:pic>
      <p:pic>
        <p:nvPicPr>
          <p:cNvPr id="301" name="Google Shape;301;p30" title="200-futuristic-y2k-vector-shapes-zuli.jpg"/>
          <p:cNvPicPr preferRelativeResize="0"/>
          <p:nvPr/>
        </p:nvPicPr>
        <p:blipFill>
          <a:blip r:embed="rId11">
            <a:alphaModFix/>
          </a:blip>
          <a:stretch>
            <a:fillRect/>
          </a:stretch>
        </p:blipFill>
        <p:spPr>
          <a:xfrm>
            <a:off x="6898900" y="1348653"/>
            <a:ext cx="2039450" cy="2039450"/>
          </a:xfrm>
          <a:prstGeom prst="rect">
            <a:avLst/>
          </a:prstGeom>
          <a:noFill/>
          <a:ln>
            <a:noFill/>
          </a:ln>
        </p:spPr>
      </p:pic>
      <p:pic>
        <p:nvPicPr>
          <p:cNvPr id="302" name="Google Shape;302;p30" title="1_AxovtjlWn5kTkAz7WERHjg.jpg"/>
          <p:cNvPicPr preferRelativeResize="0"/>
          <p:nvPr/>
        </p:nvPicPr>
        <p:blipFill>
          <a:blip r:embed="rId12">
            <a:alphaModFix/>
          </a:blip>
          <a:stretch>
            <a:fillRect/>
          </a:stretch>
        </p:blipFill>
        <p:spPr>
          <a:xfrm>
            <a:off x="5384300" y="3437476"/>
            <a:ext cx="3625689" cy="169630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1"/>
          <p:cNvSpPr txBox="1"/>
          <p:nvPr>
            <p:ph type="title"/>
          </p:nvPr>
        </p:nvSpPr>
        <p:spPr>
          <a:xfrm>
            <a:off x="4433625" y="445025"/>
            <a:ext cx="4398600" cy="5727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"/>
              <a:t>Vibe</a:t>
            </a:r>
            <a:endParaRPr/>
          </a:p>
        </p:txBody>
      </p:sp>
      <p:sp>
        <p:nvSpPr>
          <p:cNvPr id="308" name="Google Shape;308;p31"/>
          <p:cNvSpPr txBox="1"/>
          <p:nvPr>
            <p:ph idx="1" type="body"/>
          </p:nvPr>
        </p:nvSpPr>
        <p:spPr>
          <a:xfrm>
            <a:off x="4639225" y="1152475"/>
            <a:ext cx="4193100" cy="34164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Dark Humor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Doesn’t take itself too seriously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Chill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“Subway Kid”</a:t>
            </a:r>
            <a:endParaRPr/>
          </a:p>
          <a:p>
            <a:pPr indent="-317500" lvl="0" marL="457200" rtl="0" algn="l">
              <a:spcBef>
                <a:spcPts val="0"/>
              </a:spcBef>
              <a:spcAft>
                <a:spcPts val="0"/>
              </a:spcAft>
              <a:buSzPts val="1400"/>
              <a:buChar char="●"/>
            </a:pPr>
            <a:r>
              <a:rPr lang="en"/>
              <a:t>“Skater vibes”</a:t>
            </a:r>
            <a:endParaRPr/>
          </a:p>
        </p:txBody>
      </p:sp>
      <p:pic>
        <p:nvPicPr>
          <p:cNvPr id="309" name="Google Shape;309;p31" title="55853cedab3ebee843fa4b3824bdb9f0.jp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3085740" y="1319648"/>
            <a:ext cx="1073682" cy="134469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0" name="Google Shape;310;p31" title="b9a48b344c593c52f97c4c8366f11d01.jp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360153" y="2723624"/>
            <a:ext cx="1593604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1" name="Google Shape;311;p31" title="d9f0cd70e2b14f1ab024466bff4e8f05.jpg"/>
          <p:cNvPicPr preferRelativeResize="0"/>
          <p:nvPr/>
        </p:nvPicPr>
        <p:blipFill>
          <a:blip r:embed="rId5">
            <a:alphaModFix/>
          </a:blip>
          <a:stretch>
            <a:fillRect/>
          </a:stretch>
        </p:blipFill>
        <p:spPr>
          <a:xfrm>
            <a:off x="1670762" y="761625"/>
            <a:ext cx="1217574" cy="1810127"/>
          </a:xfrm>
          <a:prstGeom prst="rect">
            <a:avLst/>
          </a:prstGeom>
          <a:noFill/>
          <a:ln>
            <a:noFill/>
          </a:ln>
        </p:spPr>
      </p:pic>
      <p:pic>
        <p:nvPicPr>
          <p:cNvPr id="312" name="Google Shape;312;p31" title="def30963440dc6535c3b7e7967e647ba.jpg"/>
          <p:cNvPicPr preferRelativeResize="0"/>
          <p:nvPr/>
        </p:nvPicPr>
        <p:blipFill>
          <a:blip r:embed="rId6">
            <a:alphaModFix/>
          </a:blip>
          <a:stretch>
            <a:fillRect/>
          </a:stretch>
        </p:blipFill>
        <p:spPr>
          <a:xfrm>
            <a:off x="2188875" y="2875148"/>
            <a:ext cx="2358471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3" name="Google Shape;313;p31" title="ed3b647a3edb1fa17c34dee19289fda4.jpg"/>
          <p:cNvPicPr preferRelativeResize="0"/>
          <p:nvPr/>
        </p:nvPicPr>
        <p:blipFill>
          <a:blip r:embed="rId7">
            <a:alphaModFix/>
          </a:blip>
          <a:stretch>
            <a:fillRect/>
          </a:stretch>
        </p:blipFill>
        <p:spPr>
          <a:xfrm>
            <a:off x="101031" y="488200"/>
            <a:ext cx="1448101" cy="1810126"/>
          </a:xfrm>
          <a:prstGeom prst="rect">
            <a:avLst/>
          </a:prstGeom>
          <a:noFill/>
          <a:ln>
            <a:noFill/>
          </a:ln>
        </p:spPr>
      </p:pic>
      <p:pic>
        <p:nvPicPr>
          <p:cNvPr id="314" name="Google Shape;314;p31" title="75cc9492da01f76e5a1164fe46e50bd6.jpg"/>
          <p:cNvPicPr preferRelativeResize="0"/>
          <p:nvPr/>
        </p:nvPicPr>
        <p:blipFill>
          <a:blip r:embed="rId8">
            <a:alphaModFix/>
          </a:blip>
          <a:stretch>
            <a:fillRect/>
          </a:stretch>
        </p:blipFill>
        <p:spPr>
          <a:xfrm>
            <a:off x="4782475" y="3031075"/>
            <a:ext cx="1808620" cy="1810125"/>
          </a:xfrm>
          <a:prstGeom prst="rect">
            <a:avLst/>
          </a:prstGeom>
          <a:noFill/>
          <a:ln>
            <a:noFill/>
          </a:ln>
        </p:spPr>
      </p:pic>
      <p:pic>
        <p:nvPicPr>
          <p:cNvPr id="315" name="Google Shape;315;p31" title="08bca2dff4b65a9b027a1af1a1738f42.jpg"/>
          <p:cNvPicPr preferRelativeResize="0"/>
          <p:nvPr/>
        </p:nvPicPr>
        <p:blipFill>
          <a:blip r:embed="rId9">
            <a:alphaModFix/>
          </a:blip>
          <a:stretch>
            <a:fillRect/>
          </a:stretch>
        </p:blipFill>
        <p:spPr>
          <a:xfrm>
            <a:off x="6838925" y="2298316"/>
            <a:ext cx="2131075" cy="254288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Global Technology Research Center by Slidesgo">
  <a:themeElements>
    <a:clrScheme name="Simple Light">
      <a:dk1>
        <a:srgbClr val="FFFFFF"/>
      </a:dk1>
      <a:lt1>
        <a:srgbClr val="051638"/>
      </a:lt1>
      <a:dk2>
        <a:srgbClr val="135B97"/>
      </a:dk2>
      <a:lt2>
        <a:srgbClr val="16AFC0"/>
      </a:lt2>
      <a:accent1>
        <a:srgbClr val="CFCFCF"/>
      </a:accent1>
      <a:accent2>
        <a:srgbClr val="FFFFFF"/>
      </a:accent2>
      <a:accent3>
        <a:srgbClr val="FFFFFF"/>
      </a:accent3>
      <a:accent4>
        <a:srgbClr val="FFFFFF"/>
      </a:accent4>
      <a:accent5>
        <a:srgbClr val="FFFFFF"/>
      </a:accent5>
      <a:accent6>
        <a:srgbClr val="FFFFFF"/>
      </a:accent6>
      <a:hlink>
        <a:srgbClr val="FFFFFF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