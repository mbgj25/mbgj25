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 Mono Medium"/>
      <p:regular r:id="rId12"/>
      <p:bold r:id="rId13"/>
      <p:italic r:id="rId14"/>
      <p:boldItalic r:id="rId15"/>
    </p:embeddedFont>
    <p:embeddedFont>
      <p:font typeface="Michroma"/>
      <p:regular r:id="rId16"/>
    </p:embeddedFont>
    <p:embeddedFont>
      <p:font typeface="Roboto Mon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MonoMedium-bold.fntdata"/><Relationship Id="rId12" Type="http://schemas.openxmlformats.org/officeDocument/2006/relationships/font" Target="fonts/RobotoMonoMedium-regular.fntdata"/><Relationship Id="rId15" Type="http://schemas.openxmlformats.org/officeDocument/2006/relationships/font" Target="fonts/RobotoMonoMedium-boldItalic.fntdata"/><Relationship Id="rId14" Type="http://schemas.openxmlformats.org/officeDocument/2006/relationships/font" Target="fonts/RobotoMonoMedium-italic.fntdata"/><Relationship Id="rId17" Type="http://schemas.openxmlformats.org/officeDocument/2006/relationships/font" Target="fonts/RobotoMono-regular.fntdata"/><Relationship Id="rId16" Type="http://schemas.openxmlformats.org/officeDocument/2006/relationships/font" Target="fonts/Michroma-regular.fntdata"/><Relationship Id="rId19" Type="http://schemas.openxmlformats.org/officeDocument/2006/relationships/font" Target="fonts/RobotoMono-italic.fntdata"/><Relationship Id="rId18" Type="http://schemas.openxmlformats.org/officeDocument/2006/relationships/font" Target="fonts/RobotoMon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8bc7a1aa01_0_1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8bc7a1aa01_0_1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8bc7a1aa01_0_1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8bc7a1aa01_0_1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8e2a409a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8e2a409a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8bc7a1aa01_0_17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8bc7a1aa01_0_1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8bc7a1aa01_0_17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8bc7a1aa01_0_17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Relationship Id="rId6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713273" y="1414763"/>
            <a:ext cx="7717500" cy="1477500"/>
          </a:xfrm>
          <a:prstGeom prst="rect">
            <a:avLst/>
          </a:prstGeom>
          <a:effectLst>
            <a:outerShdw blurRad="185738" rotWithShape="0" algn="bl">
              <a:schemeClr val="dk1">
                <a:alpha val="71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700401" y="2962238"/>
            <a:ext cx="57432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8625" y="3371800"/>
            <a:ext cx="6334125" cy="2109275"/>
          </a:xfrm>
          <a:prstGeom prst="rect">
            <a:avLst/>
          </a:prstGeom>
          <a:noFill/>
          <a:ln>
            <a:noFill/>
          </a:ln>
          <a:effectLst>
            <a:outerShdw blurRad="271463" rotWithShape="0" algn="bl">
              <a:schemeClr val="lt2">
                <a:alpha val="72000"/>
              </a:schemeClr>
            </a:outerShdw>
          </a:effectLst>
        </p:spPr>
      </p:pic>
      <p:pic>
        <p:nvPicPr>
          <p:cNvPr id="13" name="Google Shape;13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901626" y="-764473"/>
            <a:ext cx="3230073" cy="2109275"/>
          </a:xfrm>
          <a:prstGeom prst="rect">
            <a:avLst/>
          </a:prstGeom>
          <a:noFill/>
          <a:ln>
            <a:noFill/>
          </a:ln>
          <a:effectLst>
            <a:outerShdw blurRad="471488" rotWithShape="0" algn="bl">
              <a:schemeClr val="lt2">
                <a:alpha val="67000"/>
              </a:scheme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1027725" y="1988175"/>
            <a:ext cx="5677800" cy="16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2" type="title"/>
          </p:nvPr>
        </p:nvSpPr>
        <p:spPr>
          <a:xfrm>
            <a:off x="1027725" y="601250"/>
            <a:ext cx="2067900" cy="91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b="0" sz="4800"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1027726" y="3600275"/>
            <a:ext cx="42300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9" name="Google Shape;19;p3"/>
          <p:cNvGrpSpPr/>
          <p:nvPr/>
        </p:nvGrpSpPr>
        <p:grpSpPr>
          <a:xfrm>
            <a:off x="240450" y="261725"/>
            <a:ext cx="276900" cy="4688100"/>
            <a:chOff x="240450" y="261725"/>
            <a:chExt cx="276900" cy="4688100"/>
          </a:xfrm>
        </p:grpSpPr>
        <p:sp>
          <p:nvSpPr>
            <p:cNvPr id="20" name="Google Shape;20;p3"/>
            <p:cNvSpPr txBox="1"/>
            <p:nvPr/>
          </p:nvSpPr>
          <p:spPr>
            <a:xfrm rot="-5400000">
              <a:off x="-613950" y="3818525"/>
              <a:ext cx="19857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Global Technology Investigation Center</a:t>
              </a:r>
              <a:endParaRPr sz="6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sp>
          <p:nvSpPr>
            <p:cNvPr id="21" name="Google Shape;21;p3"/>
            <p:cNvSpPr txBox="1"/>
            <p:nvPr/>
          </p:nvSpPr>
          <p:spPr>
            <a:xfrm rot="-5400000">
              <a:off x="900" y="501275"/>
              <a:ext cx="756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by Slidesgo</a:t>
              </a:r>
              <a:endParaRPr sz="6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  <p:sp>
          <p:nvSpPr>
            <p:cNvPr id="22" name="Google Shape;22;p3"/>
            <p:cNvSpPr txBox="1"/>
            <p:nvPr/>
          </p:nvSpPr>
          <p:spPr>
            <a:xfrm rot="-5400000">
              <a:off x="177300" y="1977625"/>
              <a:ext cx="4032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01</a:t>
              </a:r>
              <a:endParaRPr sz="6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713275" y="1152475"/>
            <a:ext cx="771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27" name="Google Shape;2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145229">
            <a:off x="4650938" y="-2155199"/>
            <a:ext cx="2835175" cy="270189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>
              <a:schemeClr val="lt2">
                <a:alpha val="69000"/>
              </a:schemeClr>
            </a:outerShdw>
          </a:effec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 txBox="1"/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2" type="title"/>
          </p:nvPr>
        </p:nvSpPr>
        <p:spPr>
          <a:xfrm>
            <a:off x="1419725" y="2625638"/>
            <a:ext cx="2695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2" name="Google Shape;32;p5"/>
          <p:cNvSpPr txBox="1"/>
          <p:nvPr>
            <p:ph idx="1" type="subTitle"/>
          </p:nvPr>
        </p:nvSpPr>
        <p:spPr>
          <a:xfrm>
            <a:off x="1419725" y="3055186"/>
            <a:ext cx="26952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3" type="title"/>
          </p:nvPr>
        </p:nvSpPr>
        <p:spPr>
          <a:xfrm>
            <a:off x="5029125" y="2625638"/>
            <a:ext cx="2695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4" name="Google Shape;34;p5"/>
          <p:cNvSpPr txBox="1"/>
          <p:nvPr>
            <p:ph idx="4" type="subTitle"/>
          </p:nvPr>
        </p:nvSpPr>
        <p:spPr>
          <a:xfrm>
            <a:off x="5029125" y="3055186"/>
            <a:ext cx="26952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" name="Google Shape;3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525851">
            <a:off x="-2806456" y="200576"/>
            <a:ext cx="3614137" cy="3444247"/>
          </a:xfrm>
          <a:prstGeom prst="rect">
            <a:avLst/>
          </a:prstGeom>
          <a:noFill/>
          <a:ln>
            <a:noFill/>
          </a:ln>
          <a:effectLst>
            <a:outerShdw blurRad="142875" rotWithShape="0" algn="bl">
              <a:schemeClr val="lt2">
                <a:alpha val="69000"/>
              </a:schemeClr>
            </a:outerShdw>
          </a:effectLst>
        </p:spPr>
      </p:pic>
      <p:pic>
        <p:nvPicPr>
          <p:cNvPr id="36" name="Google Shape;36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8543699">
            <a:off x="7971670" y="1548079"/>
            <a:ext cx="3546408" cy="2315791"/>
          </a:xfrm>
          <a:prstGeom prst="rect">
            <a:avLst/>
          </a:prstGeom>
          <a:noFill/>
          <a:ln>
            <a:noFill/>
          </a:ln>
          <a:effectLst>
            <a:outerShdw blurRad="142875" rotWithShape="0" algn="bl">
              <a:schemeClr val="lt2">
                <a:alpha val="69000"/>
              </a:schemeClr>
            </a:outerShdw>
          </a:effectLst>
        </p:spPr>
      </p:pic>
      <p:sp>
        <p:nvSpPr>
          <p:cNvPr id="37" name="Google Shape;37;p5"/>
          <p:cNvSpPr txBox="1"/>
          <p:nvPr/>
        </p:nvSpPr>
        <p:spPr>
          <a:xfrm>
            <a:off x="7645775" y="4720931"/>
            <a:ext cx="1071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PLAYBACK ERROR…</a:t>
            </a:r>
            <a:endParaRPr sz="6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cxnSp>
        <p:nvCxnSpPr>
          <p:cNvPr id="38" name="Google Shape;38;p5"/>
          <p:cNvCxnSpPr/>
          <p:nvPr/>
        </p:nvCxnSpPr>
        <p:spPr>
          <a:xfrm>
            <a:off x="276156" y="4903706"/>
            <a:ext cx="238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9" name="Google Shape;39;p5"/>
          <p:cNvGrpSpPr/>
          <p:nvPr/>
        </p:nvGrpSpPr>
        <p:grpSpPr>
          <a:xfrm>
            <a:off x="0" y="152400"/>
            <a:ext cx="790500" cy="554225"/>
            <a:chOff x="6606000" y="790575"/>
            <a:chExt cx="790500" cy="554225"/>
          </a:xfrm>
        </p:grpSpPr>
        <p:sp>
          <p:nvSpPr>
            <p:cNvPr id="40" name="Google Shape;40;p5"/>
            <p:cNvSpPr/>
            <p:nvPr/>
          </p:nvSpPr>
          <p:spPr>
            <a:xfrm rot="5400000">
              <a:off x="6900825" y="804075"/>
              <a:ext cx="200700" cy="1737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  <a:effectLst>
              <a:outerShdw blurRad="142875" rotWithShape="0" algn="bl">
                <a:schemeClr val="dk1">
                  <a:alpha val="7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5"/>
            <p:cNvSpPr txBox="1"/>
            <p:nvPr/>
          </p:nvSpPr>
          <p:spPr>
            <a:xfrm>
              <a:off x="6606000" y="1006100"/>
              <a:ext cx="790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PLAY</a:t>
              </a:r>
              <a:endParaRPr sz="10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6"/>
          <p:cNvSpPr txBox="1"/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pic>
        <p:nvPicPr>
          <p:cNvPr id="45" name="Google Shape;4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22077" y="4426974"/>
            <a:ext cx="2990263" cy="170445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>
              <a:srgbClr val="16AFC0">
                <a:alpha val="69000"/>
              </a:srgbClr>
            </a:outerShdw>
          </a:effectLst>
        </p:spPr>
      </p:pic>
      <p:pic>
        <p:nvPicPr>
          <p:cNvPr id="46" name="Google Shape;46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5162141">
            <a:off x="8503300" y="-219356"/>
            <a:ext cx="1795471" cy="1711089"/>
          </a:xfrm>
          <a:prstGeom prst="rect">
            <a:avLst/>
          </a:prstGeom>
          <a:noFill/>
          <a:ln>
            <a:noFill/>
          </a:ln>
          <a:effectLst>
            <a:outerShdw blurRad="157163" rotWithShape="0" algn="bl">
              <a:schemeClr val="lt2">
                <a:alpha val="71000"/>
              </a:schemeClr>
            </a:outerShdw>
          </a:effectLst>
        </p:spPr>
      </p:pic>
      <p:grpSp>
        <p:nvGrpSpPr>
          <p:cNvPr id="47" name="Google Shape;47;p6"/>
          <p:cNvGrpSpPr/>
          <p:nvPr/>
        </p:nvGrpSpPr>
        <p:grpSpPr>
          <a:xfrm>
            <a:off x="217988" y="216363"/>
            <a:ext cx="931425" cy="228650"/>
            <a:chOff x="2162175" y="4027900"/>
            <a:chExt cx="931425" cy="228650"/>
          </a:xfrm>
        </p:grpSpPr>
        <p:cxnSp>
          <p:nvCxnSpPr>
            <p:cNvPr id="48" name="Google Shape;48;p6"/>
            <p:cNvCxnSpPr/>
            <p:nvPr/>
          </p:nvCxnSpPr>
          <p:spPr>
            <a:xfrm>
              <a:off x="2162175" y="4027900"/>
              <a:ext cx="238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" name="Google Shape;49;p6"/>
            <p:cNvCxnSpPr/>
            <p:nvPr/>
          </p:nvCxnSpPr>
          <p:spPr>
            <a:xfrm>
              <a:off x="2771775" y="4027900"/>
              <a:ext cx="238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" name="Google Shape;50;p6"/>
            <p:cNvCxnSpPr/>
            <p:nvPr/>
          </p:nvCxnSpPr>
          <p:spPr>
            <a:xfrm>
              <a:off x="2400375" y="4152400"/>
              <a:ext cx="133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" name="Google Shape;51;p6"/>
            <p:cNvCxnSpPr/>
            <p:nvPr/>
          </p:nvCxnSpPr>
          <p:spPr>
            <a:xfrm>
              <a:off x="2960100" y="4256550"/>
              <a:ext cx="133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type="title"/>
          </p:nvPr>
        </p:nvSpPr>
        <p:spPr>
          <a:xfrm>
            <a:off x="713400" y="580950"/>
            <a:ext cx="4106400" cy="12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" type="body"/>
          </p:nvPr>
        </p:nvSpPr>
        <p:spPr>
          <a:xfrm>
            <a:off x="713400" y="1812450"/>
            <a:ext cx="4106400" cy="27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Open Sans Medium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946506">
            <a:off x="6954779" y="-1224361"/>
            <a:ext cx="3910265" cy="255337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>
              <a:schemeClr val="lt2">
                <a:alpha val="69000"/>
              </a:schemeClr>
            </a:outerShdw>
          </a:effectLst>
        </p:spPr>
      </p:pic>
      <p:grpSp>
        <p:nvGrpSpPr>
          <p:cNvPr id="57" name="Google Shape;57;p7"/>
          <p:cNvGrpSpPr/>
          <p:nvPr/>
        </p:nvGrpSpPr>
        <p:grpSpPr>
          <a:xfrm>
            <a:off x="289488" y="4781625"/>
            <a:ext cx="847800" cy="124500"/>
            <a:chOff x="2162175" y="4027900"/>
            <a:chExt cx="847800" cy="124500"/>
          </a:xfrm>
        </p:grpSpPr>
        <p:cxnSp>
          <p:nvCxnSpPr>
            <p:cNvPr id="58" name="Google Shape;58;p7"/>
            <p:cNvCxnSpPr/>
            <p:nvPr/>
          </p:nvCxnSpPr>
          <p:spPr>
            <a:xfrm>
              <a:off x="2162175" y="4027900"/>
              <a:ext cx="238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" name="Google Shape;59;p7"/>
            <p:cNvCxnSpPr/>
            <p:nvPr/>
          </p:nvCxnSpPr>
          <p:spPr>
            <a:xfrm>
              <a:off x="2771775" y="4027900"/>
              <a:ext cx="238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" name="Google Shape;60;p7"/>
            <p:cNvCxnSpPr/>
            <p:nvPr/>
          </p:nvCxnSpPr>
          <p:spPr>
            <a:xfrm>
              <a:off x="2400375" y="4152400"/>
              <a:ext cx="133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8"/>
          <p:cNvSpPr txBox="1"/>
          <p:nvPr>
            <p:ph type="title"/>
          </p:nvPr>
        </p:nvSpPr>
        <p:spPr>
          <a:xfrm>
            <a:off x="3225125" y="1598222"/>
            <a:ext cx="5205600" cy="20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9"/>
          <p:cNvSpPr txBox="1"/>
          <p:nvPr>
            <p:ph type="title"/>
          </p:nvPr>
        </p:nvSpPr>
        <p:spPr>
          <a:xfrm>
            <a:off x="713400" y="1371150"/>
            <a:ext cx="49530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13400" y="2202450"/>
            <a:ext cx="4953000" cy="18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713250" y="1740600"/>
            <a:ext cx="7717500" cy="16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1"/>
          <p:cNvSpPr txBox="1"/>
          <p:nvPr>
            <p:ph hasCustomPrompt="1" type="title"/>
          </p:nvPr>
        </p:nvSpPr>
        <p:spPr>
          <a:xfrm>
            <a:off x="2114575" y="1385675"/>
            <a:ext cx="4914900" cy="141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/>
          <p:nvPr>
            <p:ph idx="1" type="subTitle"/>
          </p:nvPr>
        </p:nvSpPr>
        <p:spPr>
          <a:xfrm>
            <a:off x="2381350" y="3455250"/>
            <a:ext cx="43815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4" name="Google Shape;74;p11"/>
          <p:cNvSpPr txBox="1"/>
          <p:nvPr/>
        </p:nvSpPr>
        <p:spPr>
          <a:xfrm>
            <a:off x="1059075" y="269913"/>
            <a:ext cx="57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FINDING TARGET…</a:t>
            </a:r>
            <a:endParaRPr sz="6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grpSp>
        <p:nvGrpSpPr>
          <p:cNvPr id="75" name="Google Shape;75;p11"/>
          <p:cNvGrpSpPr/>
          <p:nvPr/>
        </p:nvGrpSpPr>
        <p:grpSpPr>
          <a:xfrm flipH="1">
            <a:off x="360876" y="392300"/>
            <a:ext cx="429607" cy="124500"/>
            <a:chOff x="4348157" y="866775"/>
            <a:chExt cx="371697" cy="124500"/>
          </a:xfrm>
        </p:grpSpPr>
        <p:cxnSp>
          <p:nvCxnSpPr>
            <p:cNvPr id="76" name="Google Shape;76;p11"/>
            <p:cNvCxnSpPr/>
            <p:nvPr/>
          </p:nvCxnSpPr>
          <p:spPr>
            <a:xfrm>
              <a:off x="4481654" y="866775"/>
              <a:ext cx="238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" name="Google Shape;77;p11"/>
            <p:cNvCxnSpPr/>
            <p:nvPr/>
          </p:nvCxnSpPr>
          <p:spPr>
            <a:xfrm>
              <a:off x="4348157" y="991275"/>
              <a:ext cx="133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8" name="Google Shape;78;p11"/>
          <p:cNvGrpSpPr/>
          <p:nvPr/>
        </p:nvGrpSpPr>
        <p:grpSpPr>
          <a:xfrm>
            <a:off x="5467013" y="4622775"/>
            <a:ext cx="1876575" cy="216900"/>
            <a:chOff x="3762375" y="774375"/>
            <a:chExt cx="1876575" cy="216900"/>
          </a:xfrm>
        </p:grpSpPr>
        <p:cxnSp>
          <p:nvCxnSpPr>
            <p:cNvPr id="79" name="Google Shape;79;p11"/>
            <p:cNvCxnSpPr/>
            <p:nvPr/>
          </p:nvCxnSpPr>
          <p:spPr>
            <a:xfrm>
              <a:off x="3762375" y="866775"/>
              <a:ext cx="238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" name="Google Shape;80;p11"/>
            <p:cNvCxnSpPr/>
            <p:nvPr/>
          </p:nvCxnSpPr>
          <p:spPr>
            <a:xfrm>
              <a:off x="4371975" y="866775"/>
              <a:ext cx="238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" name="Google Shape;81;p11"/>
            <p:cNvCxnSpPr/>
            <p:nvPr/>
          </p:nvCxnSpPr>
          <p:spPr>
            <a:xfrm>
              <a:off x="4238625" y="991275"/>
              <a:ext cx="133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" name="Google Shape;82;p11"/>
            <p:cNvCxnSpPr/>
            <p:nvPr/>
          </p:nvCxnSpPr>
          <p:spPr>
            <a:xfrm>
              <a:off x="5505450" y="774375"/>
              <a:ext cx="133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3" name="Google Shape;83;p11"/>
          <p:cNvSpPr txBox="1"/>
          <p:nvPr/>
        </p:nvSpPr>
        <p:spPr>
          <a:xfrm>
            <a:off x="7895083" y="4592763"/>
            <a:ext cx="1071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SYSTEM HALTED</a:t>
            </a:r>
            <a:endParaRPr sz="6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2" type="title"/>
          </p:nvPr>
        </p:nvSpPr>
        <p:spPr>
          <a:xfrm>
            <a:off x="1334838" y="1676325"/>
            <a:ext cx="2928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0" name="Google Shape;90;p13"/>
          <p:cNvSpPr txBox="1"/>
          <p:nvPr>
            <p:ph idx="1" type="subTitle"/>
          </p:nvPr>
        </p:nvSpPr>
        <p:spPr>
          <a:xfrm>
            <a:off x="1334838" y="2098807"/>
            <a:ext cx="2928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3" type="title"/>
          </p:nvPr>
        </p:nvSpPr>
        <p:spPr>
          <a:xfrm>
            <a:off x="5300262" y="1676325"/>
            <a:ext cx="2928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2" name="Google Shape;92;p13"/>
          <p:cNvSpPr txBox="1"/>
          <p:nvPr>
            <p:ph idx="4" type="subTitle"/>
          </p:nvPr>
        </p:nvSpPr>
        <p:spPr>
          <a:xfrm>
            <a:off x="5300262" y="2098807"/>
            <a:ext cx="2928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5" type="title"/>
          </p:nvPr>
        </p:nvSpPr>
        <p:spPr>
          <a:xfrm>
            <a:off x="1334838" y="3380370"/>
            <a:ext cx="2928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4" name="Google Shape;94;p13"/>
          <p:cNvSpPr txBox="1"/>
          <p:nvPr>
            <p:ph idx="6" type="subTitle"/>
          </p:nvPr>
        </p:nvSpPr>
        <p:spPr>
          <a:xfrm>
            <a:off x="1334838" y="3802852"/>
            <a:ext cx="2928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7" type="title"/>
          </p:nvPr>
        </p:nvSpPr>
        <p:spPr>
          <a:xfrm>
            <a:off x="5300262" y="3380370"/>
            <a:ext cx="2928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6" name="Google Shape;96;p13"/>
          <p:cNvSpPr txBox="1"/>
          <p:nvPr>
            <p:ph idx="8" type="subTitle"/>
          </p:nvPr>
        </p:nvSpPr>
        <p:spPr>
          <a:xfrm>
            <a:off x="5300262" y="3802852"/>
            <a:ext cx="29280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hasCustomPrompt="1" idx="9" type="title"/>
          </p:nvPr>
        </p:nvSpPr>
        <p:spPr>
          <a:xfrm>
            <a:off x="1334836" y="1270863"/>
            <a:ext cx="14982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b="0" sz="2200"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/>
          <p:nvPr>
            <p:ph hasCustomPrompt="1" idx="13" type="title"/>
          </p:nvPr>
        </p:nvSpPr>
        <p:spPr>
          <a:xfrm>
            <a:off x="1334836" y="2974913"/>
            <a:ext cx="14982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b="0" sz="2200"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13"/>
          <p:cNvSpPr txBox="1"/>
          <p:nvPr>
            <p:ph hasCustomPrompt="1" idx="14" type="title"/>
          </p:nvPr>
        </p:nvSpPr>
        <p:spPr>
          <a:xfrm>
            <a:off x="5300263" y="1270863"/>
            <a:ext cx="14982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b="0" sz="2200"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/>
          <p:nvPr>
            <p:ph hasCustomPrompt="1" idx="15" type="title"/>
          </p:nvPr>
        </p:nvSpPr>
        <p:spPr>
          <a:xfrm>
            <a:off x="5300263" y="2974913"/>
            <a:ext cx="14982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b="0" sz="2200"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01" name="Google Shape;101;p13"/>
          <p:cNvGrpSpPr/>
          <p:nvPr/>
        </p:nvGrpSpPr>
        <p:grpSpPr>
          <a:xfrm>
            <a:off x="3292600" y="4534575"/>
            <a:ext cx="1876575" cy="342900"/>
            <a:chOff x="3762375" y="648375"/>
            <a:chExt cx="1876575" cy="342900"/>
          </a:xfrm>
        </p:grpSpPr>
        <p:cxnSp>
          <p:nvCxnSpPr>
            <p:cNvPr id="102" name="Google Shape;102;p13"/>
            <p:cNvCxnSpPr/>
            <p:nvPr/>
          </p:nvCxnSpPr>
          <p:spPr>
            <a:xfrm>
              <a:off x="3762375" y="866775"/>
              <a:ext cx="238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" name="Google Shape;103;p13"/>
            <p:cNvCxnSpPr/>
            <p:nvPr/>
          </p:nvCxnSpPr>
          <p:spPr>
            <a:xfrm>
              <a:off x="4371975" y="866775"/>
              <a:ext cx="238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13"/>
            <p:cNvCxnSpPr/>
            <p:nvPr/>
          </p:nvCxnSpPr>
          <p:spPr>
            <a:xfrm>
              <a:off x="4238625" y="991275"/>
              <a:ext cx="133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" name="Google Shape;105;p13"/>
            <p:cNvCxnSpPr/>
            <p:nvPr/>
          </p:nvCxnSpPr>
          <p:spPr>
            <a:xfrm>
              <a:off x="5505450" y="648375"/>
              <a:ext cx="133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06" name="Google Shape;10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2649" y="-1203848"/>
            <a:ext cx="3230072" cy="2109275"/>
          </a:xfrm>
          <a:prstGeom prst="rect">
            <a:avLst/>
          </a:prstGeom>
          <a:noFill/>
          <a:ln>
            <a:noFill/>
          </a:ln>
          <a:effectLst>
            <a:outerShdw blurRad="471488" rotWithShape="0" algn="bl">
              <a:schemeClr val="lt2">
                <a:alpha val="67000"/>
              </a:schemeClr>
            </a:outerShdw>
          </a:effectLst>
        </p:spPr>
      </p:pic>
      <p:pic>
        <p:nvPicPr>
          <p:cNvPr id="107" name="Google Shape;10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07450" y="4486275"/>
            <a:ext cx="3448630" cy="1148400"/>
          </a:xfrm>
          <a:prstGeom prst="rect">
            <a:avLst/>
          </a:prstGeom>
          <a:noFill/>
          <a:ln>
            <a:noFill/>
          </a:ln>
          <a:effectLst>
            <a:outerShdw blurRad="271463" rotWithShape="0" algn="bl">
              <a:schemeClr val="lt2">
                <a:alpha val="72000"/>
              </a:schemeClr>
            </a:outerShdw>
          </a:effectLst>
        </p:spPr>
      </p:pic>
      <p:grpSp>
        <p:nvGrpSpPr>
          <p:cNvPr id="108" name="Google Shape;108;p13"/>
          <p:cNvGrpSpPr/>
          <p:nvPr/>
        </p:nvGrpSpPr>
        <p:grpSpPr>
          <a:xfrm>
            <a:off x="301750" y="190500"/>
            <a:ext cx="371550" cy="124500"/>
            <a:chOff x="4238625" y="866775"/>
            <a:chExt cx="371550" cy="124500"/>
          </a:xfrm>
        </p:grpSpPr>
        <p:cxnSp>
          <p:nvCxnSpPr>
            <p:cNvPr id="109" name="Google Shape;109;p13"/>
            <p:cNvCxnSpPr/>
            <p:nvPr/>
          </p:nvCxnSpPr>
          <p:spPr>
            <a:xfrm>
              <a:off x="4371975" y="866775"/>
              <a:ext cx="238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" name="Google Shape;110;p13"/>
            <p:cNvCxnSpPr/>
            <p:nvPr/>
          </p:nvCxnSpPr>
          <p:spPr>
            <a:xfrm>
              <a:off x="4238625" y="991275"/>
              <a:ext cx="133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5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>
            <p:ph type="title"/>
          </p:nvPr>
        </p:nvSpPr>
        <p:spPr>
          <a:xfrm>
            <a:off x="1007375" y="3341400"/>
            <a:ext cx="48006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idx="1" type="subTitle"/>
          </p:nvPr>
        </p:nvSpPr>
        <p:spPr>
          <a:xfrm>
            <a:off x="1007375" y="1309500"/>
            <a:ext cx="47985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9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096251">
            <a:off x="-1221903" y="-798559"/>
            <a:ext cx="2275728" cy="2168769"/>
          </a:xfrm>
          <a:prstGeom prst="rect">
            <a:avLst/>
          </a:prstGeom>
          <a:noFill/>
          <a:ln>
            <a:noFill/>
          </a:ln>
          <a:effectLst>
            <a:outerShdw blurRad="157163" rotWithShape="0" algn="bl">
              <a:schemeClr val="lt2">
                <a:alpha val="71000"/>
              </a:schemeClr>
            </a:outerShdw>
          </a:effectLst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6976235">
            <a:off x="8309775" y="3884493"/>
            <a:ext cx="2105822" cy="2006847"/>
          </a:xfrm>
          <a:prstGeom prst="rect">
            <a:avLst/>
          </a:prstGeom>
          <a:noFill/>
          <a:ln>
            <a:noFill/>
          </a:ln>
          <a:effectLst>
            <a:outerShdw blurRad="157163" rotWithShape="0" algn="bl">
              <a:schemeClr val="lt2">
                <a:alpha val="71000"/>
              </a:schemeClr>
            </a:outerShdw>
          </a:effectLst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_1_1_1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>
            <p:ph idx="1" type="subTitle"/>
          </p:nvPr>
        </p:nvSpPr>
        <p:spPr>
          <a:xfrm>
            <a:off x="4981625" y="3004950"/>
            <a:ext cx="34491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4981625" y="1711950"/>
            <a:ext cx="34491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grpSp>
        <p:nvGrpSpPr>
          <p:cNvPr id="124" name="Google Shape;124;p16"/>
          <p:cNvGrpSpPr/>
          <p:nvPr/>
        </p:nvGrpSpPr>
        <p:grpSpPr>
          <a:xfrm>
            <a:off x="5068399" y="477125"/>
            <a:ext cx="847800" cy="124500"/>
            <a:chOff x="3762375" y="866775"/>
            <a:chExt cx="847800" cy="124500"/>
          </a:xfrm>
        </p:grpSpPr>
        <p:cxnSp>
          <p:nvCxnSpPr>
            <p:cNvPr id="125" name="Google Shape;125;p16"/>
            <p:cNvCxnSpPr/>
            <p:nvPr/>
          </p:nvCxnSpPr>
          <p:spPr>
            <a:xfrm>
              <a:off x="3762375" y="866775"/>
              <a:ext cx="238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" name="Google Shape;126;p16"/>
            <p:cNvCxnSpPr/>
            <p:nvPr/>
          </p:nvCxnSpPr>
          <p:spPr>
            <a:xfrm>
              <a:off x="4371975" y="866775"/>
              <a:ext cx="238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" name="Google Shape;127;p16"/>
            <p:cNvCxnSpPr/>
            <p:nvPr/>
          </p:nvCxnSpPr>
          <p:spPr>
            <a:xfrm>
              <a:off x="4238625" y="991275"/>
              <a:ext cx="133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_1_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31" name="Google Shape;131;p17"/>
          <p:cNvSpPr txBox="1"/>
          <p:nvPr>
            <p:ph idx="2" type="title"/>
          </p:nvPr>
        </p:nvSpPr>
        <p:spPr>
          <a:xfrm>
            <a:off x="1287363" y="3047613"/>
            <a:ext cx="2959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2" name="Google Shape;132;p17"/>
          <p:cNvSpPr txBox="1"/>
          <p:nvPr>
            <p:ph idx="1" type="subTitle"/>
          </p:nvPr>
        </p:nvSpPr>
        <p:spPr>
          <a:xfrm>
            <a:off x="1287363" y="3477160"/>
            <a:ext cx="29598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7"/>
          <p:cNvSpPr txBox="1"/>
          <p:nvPr>
            <p:ph idx="3" type="title"/>
          </p:nvPr>
        </p:nvSpPr>
        <p:spPr>
          <a:xfrm>
            <a:off x="4896828" y="3047613"/>
            <a:ext cx="2959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4" name="Google Shape;134;p17"/>
          <p:cNvSpPr txBox="1"/>
          <p:nvPr>
            <p:ph idx="4" type="subTitle"/>
          </p:nvPr>
        </p:nvSpPr>
        <p:spPr>
          <a:xfrm>
            <a:off x="4896828" y="3477160"/>
            <a:ext cx="29598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5" name="Google Shape;135;p17"/>
          <p:cNvGrpSpPr/>
          <p:nvPr/>
        </p:nvGrpSpPr>
        <p:grpSpPr>
          <a:xfrm>
            <a:off x="8380350" y="245663"/>
            <a:ext cx="422400" cy="203700"/>
            <a:chOff x="4360825" y="3010800"/>
            <a:chExt cx="422400" cy="203700"/>
          </a:xfrm>
        </p:grpSpPr>
        <p:cxnSp>
          <p:nvCxnSpPr>
            <p:cNvPr id="136" name="Google Shape;136;p17"/>
            <p:cNvCxnSpPr/>
            <p:nvPr/>
          </p:nvCxnSpPr>
          <p:spPr>
            <a:xfrm flipH="1">
              <a:off x="4360825" y="3010800"/>
              <a:ext cx="117600" cy="203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" name="Google Shape;137;p17"/>
            <p:cNvCxnSpPr/>
            <p:nvPr/>
          </p:nvCxnSpPr>
          <p:spPr>
            <a:xfrm flipH="1">
              <a:off x="4513225" y="3010800"/>
              <a:ext cx="117600" cy="203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" name="Google Shape;138;p17"/>
            <p:cNvCxnSpPr/>
            <p:nvPr/>
          </p:nvCxnSpPr>
          <p:spPr>
            <a:xfrm flipH="1">
              <a:off x="4665625" y="3010800"/>
              <a:ext cx="117600" cy="203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9" name="Google Shape;139;p17"/>
          <p:cNvGrpSpPr/>
          <p:nvPr/>
        </p:nvGrpSpPr>
        <p:grpSpPr>
          <a:xfrm>
            <a:off x="341250" y="4694138"/>
            <a:ext cx="422400" cy="203700"/>
            <a:chOff x="4360825" y="3010800"/>
            <a:chExt cx="422400" cy="203700"/>
          </a:xfrm>
        </p:grpSpPr>
        <p:cxnSp>
          <p:nvCxnSpPr>
            <p:cNvPr id="140" name="Google Shape;140;p17"/>
            <p:cNvCxnSpPr/>
            <p:nvPr/>
          </p:nvCxnSpPr>
          <p:spPr>
            <a:xfrm flipH="1">
              <a:off x="4360825" y="3010800"/>
              <a:ext cx="117600" cy="203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" name="Google Shape;141;p17"/>
            <p:cNvCxnSpPr/>
            <p:nvPr/>
          </p:nvCxnSpPr>
          <p:spPr>
            <a:xfrm flipH="1">
              <a:off x="4513225" y="3010800"/>
              <a:ext cx="117600" cy="203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17"/>
            <p:cNvCxnSpPr/>
            <p:nvPr/>
          </p:nvCxnSpPr>
          <p:spPr>
            <a:xfrm flipH="1">
              <a:off x="4665625" y="3010800"/>
              <a:ext cx="117600" cy="203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43" name="Google Shape;14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-946511">
            <a:off x="8031153" y="1219184"/>
            <a:ext cx="3430167" cy="223988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>
              <a:schemeClr val="lt2">
                <a:alpha val="69000"/>
              </a:schemeClr>
            </a:outerShdw>
          </a:effectLst>
        </p:spPr>
      </p:pic>
      <p:pic>
        <p:nvPicPr>
          <p:cNvPr id="144" name="Google Shape;14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946511">
            <a:off x="-1929622" y="-305466"/>
            <a:ext cx="3430167" cy="223988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>
              <a:schemeClr val="lt2">
                <a:alpha val="69000"/>
              </a:schemeClr>
            </a:outerShdw>
          </a:effectLst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3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713400" y="2912275"/>
            <a:ext cx="2405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713400" y="3341825"/>
            <a:ext cx="24054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3" type="title"/>
          </p:nvPr>
        </p:nvSpPr>
        <p:spPr>
          <a:xfrm>
            <a:off x="3345536" y="2912275"/>
            <a:ext cx="24507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subTitle"/>
          </p:nvPr>
        </p:nvSpPr>
        <p:spPr>
          <a:xfrm>
            <a:off x="3346725" y="3341825"/>
            <a:ext cx="24507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8"/>
          <p:cNvSpPr txBox="1"/>
          <p:nvPr>
            <p:ph idx="5" type="title"/>
          </p:nvPr>
        </p:nvSpPr>
        <p:spPr>
          <a:xfrm>
            <a:off x="5980072" y="2912275"/>
            <a:ext cx="24507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53" name="Google Shape;153;p18"/>
          <p:cNvSpPr txBox="1"/>
          <p:nvPr>
            <p:ph idx="6" type="subTitle"/>
          </p:nvPr>
        </p:nvSpPr>
        <p:spPr>
          <a:xfrm>
            <a:off x="5978869" y="3341825"/>
            <a:ext cx="24462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8"/>
          <p:cNvSpPr txBox="1"/>
          <p:nvPr>
            <p:ph hasCustomPrompt="1" idx="7" type="title"/>
          </p:nvPr>
        </p:nvSpPr>
        <p:spPr>
          <a:xfrm>
            <a:off x="1084050" y="1537233"/>
            <a:ext cx="1664100" cy="89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b="0" sz="4800"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55" name="Google Shape;155;p18"/>
          <p:cNvSpPr txBox="1"/>
          <p:nvPr>
            <p:ph hasCustomPrompt="1" idx="8" type="title"/>
          </p:nvPr>
        </p:nvSpPr>
        <p:spPr>
          <a:xfrm>
            <a:off x="3738836" y="1537233"/>
            <a:ext cx="1664100" cy="89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b="0" sz="4800"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56" name="Google Shape;156;p18"/>
          <p:cNvSpPr txBox="1"/>
          <p:nvPr>
            <p:ph hasCustomPrompt="1" idx="9" type="title"/>
          </p:nvPr>
        </p:nvSpPr>
        <p:spPr>
          <a:xfrm>
            <a:off x="6369924" y="1537233"/>
            <a:ext cx="1664100" cy="89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b="0" sz="4800"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pic>
        <p:nvPicPr>
          <p:cNvPr id="157" name="Google Shape;15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79785">
            <a:off x="8566617" y="1951121"/>
            <a:ext cx="2955986" cy="193025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>
              <a:schemeClr val="lt2">
                <a:alpha val="69000"/>
              </a:schemeClr>
            </a:outerShdw>
          </a:effectLst>
        </p:spPr>
      </p:pic>
      <p:pic>
        <p:nvPicPr>
          <p:cNvPr id="158" name="Google Shape;15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79785">
            <a:off x="-2270958" y="504846"/>
            <a:ext cx="2955986" cy="1930255"/>
          </a:xfrm>
          <a:prstGeom prst="rect">
            <a:avLst/>
          </a:prstGeom>
          <a:noFill/>
          <a:ln>
            <a:noFill/>
          </a:ln>
          <a:effectLst>
            <a:outerShdw blurRad="142875" rotWithShape="0" algn="bl">
              <a:schemeClr val="lt2">
                <a:alpha val="69000"/>
              </a:schemeClr>
            </a:outerShdw>
          </a:effectLst>
        </p:spPr>
      </p:pic>
      <p:sp>
        <p:nvSpPr>
          <p:cNvPr id="159" name="Google Shape;159;p18"/>
          <p:cNvSpPr txBox="1"/>
          <p:nvPr/>
        </p:nvSpPr>
        <p:spPr>
          <a:xfrm>
            <a:off x="3158700" y="4604088"/>
            <a:ext cx="44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83%</a:t>
            </a:r>
            <a:endParaRPr sz="6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2583000" y="4604088"/>
            <a:ext cx="57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LOADING</a:t>
            </a:r>
            <a:endParaRPr sz="6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3_1_1_1_1_1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068825" y="1925250"/>
            <a:ext cx="25590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5700107" y="539375"/>
            <a:ext cx="2729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5" name="Google Shape;165;p19"/>
          <p:cNvSpPr txBox="1"/>
          <p:nvPr>
            <p:ph idx="1" type="subTitle"/>
          </p:nvPr>
        </p:nvSpPr>
        <p:spPr>
          <a:xfrm>
            <a:off x="5700107" y="968924"/>
            <a:ext cx="27294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9"/>
          <p:cNvSpPr txBox="1"/>
          <p:nvPr>
            <p:ph idx="3" type="title"/>
          </p:nvPr>
        </p:nvSpPr>
        <p:spPr>
          <a:xfrm>
            <a:off x="5700120" y="1941304"/>
            <a:ext cx="2729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7" name="Google Shape;167;p19"/>
          <p:cNvSpPr txBox="1"/>
          <p:nvPr>
            <p:ph idx="4" type="subTitle"/>
          </p:nvPr>
        </p:nvSpPr>
        <p:spPr>
          <a:xfrm>
            <a:off x="5700107" y="2370855"/>
            <a:ext cx="27294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9"/>
          <p:cNvSpPr txBox="1"/>
          <p:nvPr>
            <p:ph idx="5" type="title"/>
          </p:nvPr>
        </p:nvSpPr>
        <p:spPr>
          <a:xfrm>
            <a:off x="5700104" y="3343250"/>
            <a:ext cx="2729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9" name="Google Shape;169;p19"/>
          <p:cNvSpPr txBox="1"/>
          <p:nvPr>
            <p:ph idx="6" type="subTitle"/>
          </p:nvPr>
        </p:nvSpPr>
        <p:spPr>
          <a:xfrm>
            <a:off x="5700100" y="3772800"/>
            <a:ext cx="27294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3_1_1_1_1_1_1_1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73" name="Google Shape;173;p20"/>
          <p:cNvSpPr txBox="1"/>
          <p:nvPr>
            <p:ph idx="2" type="title"/>
          </p:nvPr>
        </p:nvSpPr>
        <p:spPr>
          <a:xfrm>
            <a:off x="713275" y="1680675"/>
            <a:ext cx="1878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4" name="Google Shape;174;p20"/>
          <p:cNvSpPr txBox="1"/>
          <p:nvPr>
            <p:ph idx="1" type="subTitle"/>
          </p:nvPr>
        </p:nvSpPr>
        <p:spPr>
          <a:xfrm>
            <a:off x="713275" y="2110222"/>
            <a:ext cx="18783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0"/>
          <p:cNvSpPr txBox="1"/>
          <p:nvPr>
            <p:ph idx="3" type="title"/>
          </p:nvPr>
        </p:nvSpPr>
        <p:spPr>
          <a:xfrm>
            <a:off x="2845985" y="1680675"/>
            <a:ext cx="1878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6" name="Google Shape;176;p20"/>
          <p:cNvSpPr txBox="1"/>
          <p:nvPr>
            <p:ph idx="4" type="subTitle"/>
          </p:nvPr>
        </p:nvSpPr>
        <p:spPr>
          <a:xfrm>
            <a:off x="2845975" y="2110226"/>
            <a:ext cx="18783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0"/>
          <p:cNvSpPr txBox="1"/>
          <p:nvPr>
            <p:ph idx="5" type="title"/>
          </p:nvPr>
        </p:nvSpPr>
        <p:spPr>
          <a:xfrm>
            <a:off x="713275" y="3343253"/>
            <a:ext cx="1878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8" name="Google Shape;178;p20"/>
          <p:cNvSpPr txBox="1"/>
          <p:nvPr>
            <p:ph idx="6" type="subTitle"/>
          </p:nvPr>
        </p:nvSpPr>
        <p:spPr>
          <a:xfrm>
            <a:off x="713275" y="3772800"/>
            <a:ext cx="18783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0"/>
          <p:cNvSpPr txBox="1"/>
          <p:nvPr>
            <p:ph idx="7" type="title"/>
          </p:nvPr>
        </p:nvSpPr>
        <p:spPr>
          <a:xfrm>
            <a:off x="2845985" y="3343252"/>
            <a:ext cx="1878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0" name="Google Shape;180;p20"/>
          <p:cNvSpPr txBox="1"/>
          <p:nvPr>
            <p:ph idx="8" type="subTitle"/>
          </p:nvPr>
        </p:nvSpPr>
        <p:spPr>
          <a:xfrm>
            <a:off x="2845975" y="3772800"/>
            <a:ext cx="18783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1" name="Google Shape;181;p20"/>
          <p:cNvGrpSpPr/>
          <p:nvPr/>
        </p:nvGrpSpPr>
        <p:grpSpPr>
          <a:xfrm>
            <a:off x="7965013" y="3772800"/>
            <a:ext cx="931425" cy="293850"/>
            <a:chOff x="2162175" y="4027900"/>
            <a:chExt cx="931425" cy="293850"/>
          </a:xfrm>
        </p:grpSpPr>
        <p:cxnSp>
          <p:nvCxnSpPr>
            <p:cNvPr id="182" name="Google Shape;182;p20"/>
            <p:cNvCxnSpPr/>
            <p:nvPr/>
          </p:nvCxnSpPr>
          <p:spPr>
            <a:xfrm>
              <a:off x="2162175" y="4027900"/>
              <a:ext cx="238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" name="Google Shape;183;p20"/>
            <p:cNvCxnSpPr/>
            <p:nvPr/>
          </p:nvCxnSpPr>
          <p:spPr>
            <a:xfrm>
              <a:off x="2771775" y="4027900"/>
              <a:ext cx="238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" name="Google Shape;184;p20"/>
            <p:cNvCxnSpPr/>
            <p:nvPr/>
          </p:nvCxnSpPr>
          <p:spPr>
            <a:xfrm>
              <a:off x="2400375" y="4152400"/>
              <a:ext cx="133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5" name="Google Shape;185;p20"/>
            <p:cNvCxnSpPr/>
            <p:nvPr/>
          </p:nvCxnSpPr>
          <p:spPr>
            <a:xfrm>
              <a:off x="2960100" y="4321750"/>
              <a:ext cx="133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86" name="Google Shape;18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6958725" y="-709192"/>
            <a:ext cx="4252300" cy="4052442"/>
          </a:xfrm>
          <a:prstGeom prst="rect">
            <a:avLst/>
          </a:prstGeom>
          <a:noFill/>
          <a:ln>
            <a:noFill/>
          </a:ln>
          <a:effectLst>
            <a:outerShdw blurRad="157163" rotWithShape="0" algn="bl">
              <a:schemeClr val="lt2">
                <a:alpha val="71000"/>
              </a:schemeClr>
            </a:outerShdw>
          </a:effectLst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4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90" name="Google Shape;190;p21"/>
          <p:cNvSpPr txBox="1"/>
          <p:nvPr>
            <p:ph idx="2" type="title"/>
          </p:nvPr>
        </p:nvSpPr>
        <p:spPr>
          <a:xfrm>
            <a:off x="713400" y="3343250"/>
            <a:ext cx="2405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1" name="Google Shape;191;p21"/>
          <p:cNvSpPr txBox="1"/>
          <p:nvPr>
            <p:ph idx="1" type="subTitle"/>
          </p:nvPr>
        </p:nvSpPr>
        <p:spPr>
          <a:xfrm>
            <a:off x="713400" y="3772799"/>
            <a:ext cx="24054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1"/>
          <p:cNvSpPr txBox="1"/>
          <p:nvPr>
            <p:ph idx="3" type="title"/>
          </p:nvPr>
        </p:nvSpPr>
        <p:spPr>
          <a:xfrm>
            <a:off x="3369386" y="3343250"/>
            <a:ext cx="2405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3" name="Google Shape;193;p21"/>
          <p:cNvSpPr txBox="1"/>
          <p:nvPr>
            <p:ph idx="4" type="subTitle"/>
          </p:nvPr>
        </p:nvSpPr>
        <p:spPr>
          <a:xfrm>
            <a:off x="3369375" y="3772800"/>
            <a:ext cx="24054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21"/>
          <p:cNvSpPr txBox="1"/>
          <p:nvPr>
            <p:ph idx="5" type="title"/>
          </p:nvPr>
        </p:nvSpPr>
        <p:spPr>
          <a:xfrm>
            <a:off x="6025372" y="3343250"/>
            <a:ext cx="2405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5" name="Google Shape;195;p21"/>
          <p:cNvSpPr txBox="1"/>
          <p:nvPr>
            <p:ph idx="6" type="subTitle"/>
          </p:nvPr>
        </p:nvSpPr>
        <p:spPr>
          <a:xfrm>
            <a:off x="6025372" y="3772800"/>
            <a:ext cx="24054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21"/>
          <p:cNvSpPr txBox="1"/>
          <p:nvPr>
            <p:ph idx="7" type="title"/>
          </p:nvPr>
        </p:nvSpPr>
        <p:spPr>
          <a:xfrm>
            <a:off x="713400" y="1689375"/>
            <a:ext cx="2405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7" name="Google Shape;197;p21"/>
          <p:cNvSpPr txBox="1"/>
          <p:nvPr>
            <p:ph idx="8" type="subTitle"/>
          </p:nvPr>
        </p:nvSpPr>
        <p:spPr>
          <a:xfrm>
            <a:off x="713400" y="2118924"/>
            <a:ext cx="24054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1"/>
          <p:cNvSpPr txBox="1"/>
          <p:nvPr>
            <p:ph idx="9" type="title"/>
          </p:nvPr>
        </p:nvSpPr>
        <p:spPr>
          <a:xfrm>
            <a:off x="3369386" y="1689375"/>
            <a:ext cx="2405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9" name="Google Shape;199;p21"/>
          <p:cNvSpPr txBox="1"/>
          <p:nvPr>
            <p:ph idx="13" type="subTitle"/>
          </p:nvPr>
        </p:nvSpPr>
        <p:spPr>
          <a:xfrm>
            <a:off x="3369375" y="2118925"/>
            <a:ext cx="24054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21"/>
          <p:cNvSpPr txBox="1"/>
          <p:nvPr>
            <p:ph idx="14" type="title"/>
          </p:nvPr>
        </p:nvSpPr>
        <p:spPr>
          <a:xfrm>
            <a:off x="6025372" y="1689375"/>
            <a:ext cx="2405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1" name="Google Shape;201;p21"/>
          <p:cNvSpPr txBox="1"/>
          <p:nvPr>
            <p:ph idx="15" type="subTitle"/>
          </p:nvPr>
        </p:nvSpPr>
        <p:spPr>
          <a:xfrm>
            <a:off x="6025372" y="2118925"/>
            <a:ext cx="24054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2" name="Google Shape;202;p21"/>
          <p:cNvCxnSpPr/>
          <p:nvPr/>
        </p:nvCxnSpPr>
        <p:spPr>
          <a:xfrm>
            <a:off x="299025" y="2505163"/>
            <a:ext cx="133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1"/>
          <p:cNvSpPr txBox="1"/>
          <p:nvPr/>
        </p:nvSpPr>
        <p:spPr>
          <a:xfrm rot="-5400000">
            <a:off x="144525" y="2095200"/>
            <a:ext cx="44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83%</a:t>
            </a:r>
            <a:endParaRPr sz="6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 rot="-5400000">
            <a:off x="77925" y="2704800"/>
            <a:ext cx="575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LOADING</a:t>
            </a:r>
            <a:endParaRPr sz="6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grpSp>
        <p:nvGrpSpPr>
          <p:cNvPr id="205" name="Google Shape;205;p21"/>
          <p:cNvGrpSpPr/>
          <p:nvPr/>
        </p:nvGrpSpPr>
        <p:grpSpPr>
          <a:xfrm>
            <a:off x="6985399" y="4726525"/>
            <a:ext cx="1876575" cy="216900"/>
            <a:chOff x="3762375" y="774375"/>
            <a:chExt cx="1876575" cy="216900"/>
          </a:xfrm>
        </p:grpSpPr>
        <p:cxnSp>
          <p:nvCxnSpPr>
            <p:cNvPr id="206" name="Google Shape;206;p21"/>
            <p:cNvCxnSpPr/>
            <p:nvPr/>
          </p:nvCxnSpPr>
          <p:spPr>
            <a:xfrm>
              <a:off x="3762375" y="866775"/>
              <a:ext cx="238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" name="Google Shape;207;p21"/>
            <p:cNvCxnSpPr/>
            <p:nvPr/>
          </p:nvCxnSpPr>
          <p:spPr>
            <a:xfrm>
              <a:off x="4371975" y="866775"/>
              <a:ext cx="238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8" name="Google Shape;208;p21"/>
            <p:cNvCxnSpPr/>
            <p:nvPr/>
          </p:nvCxnSpPr>
          <p:spPr>
            <a:xfrm>
              <a:off x="4238625" y="991275"/>
              <a:ext cx="133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" name="Google Shape;209;p21"/>
            <p:cNvCxnSpPr/>
            <p:nvPr/>
          </p:nvCxnSpPr>
          <p:spPr>
            <a:xfrm>
              <a:off x="5505450" y="774375"/>
              <a:ext cx="133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0" name="Google Shape;210;p21"/>
          <p:cNvSpPr txBox="1"/>
          <p:nvPr/>
        </p:nvSpPr>
        <p:spPr>
          <a:xfrm rot="5400000">
            <a:off x="8244300" y="2433300"/>
            <a:ext cx="1071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PLAYBACK ERROR…</a:t>
            </a:r>
            <a:endParaRPr sz="6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6_1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>
            <p:ph hasCustomPrompt="1" type="title"/>
          </p:nvPr>
        </p:nvSpPr>
        <p:spPr>
          <a:xfrm>
            <a:off x="775313" y="1367800"/>
            <a:ext cx="2457600" cy="7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b="0" sz="4800"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14" name="Google Shape;214;p22"/>
          <p:cNvSpPr txBox="1"/>
          <p:nvPr>
            <p:ph hasCustomPrompt="1" idx="2" type="title"/>
          </p:nvPr>
        </p:nvSpPr>
        <p:spPr>
          <a:xfrm>
            <a:off x="3343225" y="1367800"/>
            <a:ext cx="2457600" cy="7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b="0" sz="4800"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15" name="Google Shape;215;p22"/>
          <p:cNvSpPr txBox="1"/>
          <p:nvPr>
            <p:ph idx="3"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16" name="Google Shape;216;p22"/>
          <p:cNvSpPr txBox="1"/>
          <p:nvPr>
            <p:ph idx="4" type="title"/>
          </p:nvPr>
        </p:nvSpPr>
        <p:spPr>
          <a:xfrm>
            <a:off x="775325" y="3200375"/>
            <a:ext cx="24576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7" name="Google Shape;217;p22"/>
          <p:cNvSpPr txBox="1"/>
          <p:nvPr>
            <p:ph idx="1" type="subTitle"/>
          </p:nvPr>
        </p:nvSpPr>
        <p:spPr>
          <a:xfrm>
            <a:off x="775325" y="3629925"/>
            <a:ext cx="2457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22"/>
          <p:cNvSpPr txBox="1"/>
          <p:nvPr>
            <p:ph idx="5" type="title"/>
          </p:nvPr>
        </p:nvSpPr>
        <p:spPr>
          <a:xfrm>
            <a:off x="3343236" y="3200375"/>
            <a:ext cx="24576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9" name="Google Shape;219;p22"/>
          <p:cNvSpPr txBox="1"/>
          <p:nvPr>
            <p:ph idx="6" type="subTitle"/>
          </p:nvPr>
        </p:nvSpPr>
        <p:spPr>
          <a:xfrm>
            <a:off x="3343225" y="3629925"/>
            <a:ext cx="2457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2"/>
          <p:cNvSpPr txBox="1"/>
          <p:nvPr>
            <p:ph hasCustomPrompt="1" idx="7" type="title"/>
          </p:nvPr>
        </p:nvSpPr>
        <p:spPr>
          <a:xfrm>
            <a:off x="5911125" y="1367800"/>
            <a:ext cx="2457600" cy="7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b="0" sz="4800"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21" name="Google Shape;221;p22"/>
          <p:cNvSpPr txBox="1"/>
          <p:nvPr>
            <p:ph idx="8" type="title"/>
          </p:nvPr>
        </p:nvSpPr>
        <p:spPr>
          <a:xfrm>
            <a:off x="5911136" y="3200375"/>
            <a:ext cx="24576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2" name="Google Shape;222;p22"/>
          <p:cNvSpPr txBox="1"/>
          <p:nvPr>
            <p:ph idx="9" type="subTitle"/>
          </p:nvPr>
        </p:nvSpPr>
        <p:spPr>
          <a:xfrm>
            <a:off x="5911125" y="3629925"/>
            <a:ext cx="2457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3" name="Google Shape;2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8543699">
            <a:off x="8148620" y="3927779"/>
            <a:ext cx="3546408" cy="2315791"/>
          </a:xfrm>
          <a:prstGeom prst="rect">
            <a:avLst/>
          </a:prstGeom>
          <a:noFill/>
          <a:ln>
            <a:noFill/>
          </a:ln>
          <a:effectLst>
            <a:outerShdw blurRad="142875" rotWithShape="0" algn="bl">
              <a:schemeClr val="lt2">
                <a:alpha val="69000"/>
              </a:schemeClr>
            </a:outerShdw>
          </a:effectLst>
        </p:spPr>
      </p:pic>
      <p:pic>
        <p:nvPicPr>
          <p:cNvPr id="224" name="Google Shape;22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525851">
            <a:off x="-1625356" y="-2173849"/>
            <a:ext cx="3614137" cy="3444247"/>
          </a:xfrm>
          <a:prstGeom prst="rect">
            <a:avLst/>
          </a:prstGeom>
          <a:noFill/>
          <a:ln>
            <a:noFill/>
          </a:ln>
          <a:effectLst>
            <a:outerShdw blurRad="142875" rotWithShape="0" algn="bl">
              <a:schemeClr val="lt2">
                <a:alpha val="69000"/>
              </a:schemeClr>
            </a:outerShdw>
          </a:effectLst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7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>
            <p:ph type="title"/>
          </p:nvPr>
        </p:nvSpPr>
        <p:spPr>
          <a:xfrm>
            <a:off x="713400" y="527700"/>
            <a:ext cx="4610100" cy="9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  <p:sp>
        <p:nvSpPr>
          <p:cNvPr id="228" name="Google Shape;228;p23"/>
          <p:cNvSpPr txBox="1"/>
          <p:nvPr>
            <p:ph idx="2" type="title"/>
          </p:nvPr>
        </p:nvSpPr>
        <p:spPr>
          <a:xfrm>
            <a:off x="714809" y="1482000"/>
            <a:ext cx="4608600" cy="13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3820624" y="3655800"/>
            <a:ext cx="461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CREDITS: This presentation template was created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Mono Medium"/>
                <a:ea typeface="Roboto Mono Medium"/>
                <a:cs typeface="Roboto Mono Medium"/>
                <a:sym typeface="Roboto Mono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, and includes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,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b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2028250" y="262463"/>
            <a:ext cx="1071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PLAYBACK ERROR…</a:t>
            </a:r>
            <a:endParaRPr sz="600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cxnSp>
        <p:nvCxnSpPr>
          <p:cNvPr id="231" name="Google Shape;231;p23"/>
          <p:cNvCxnSpPr/>
          <p:nvPr/>
        </p:nvCxnSpPr>
        <p:spPr>
          <a:xfrm>
            <a:off x="268125" y="1354963"/>
            <a:ext cx="133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2" name="Google Shape;232;p23"/>
          <p:cNvGrpSpPr/>
          <p:nvPr/>
        </p:nvGrpSpPr>
        <p:grpSpPr>
          <a:xfrm>
            <a:off x="3299425" y="277013"/>
            <a:ext cx="1962300" cy="224250"/>
            <a:chOff x="3762375" y="767025"/>
            <a:chExt cx="1962300" cy="224250"/>
          </a:xfrm>
        </p:grpSpPr>
        <p:cxnSp>
          <p:nvCxnSpPr>
            <p:cNvPr id="233" name="Google Shape;233;p23"/>
            <p:cNvCxnSpPr/>
            <p:nvPr/>
          </p:nvCxnSpPr>
          <p:spPr>
            <a:xfrm>
              <a:off x="3762375" y="866775"/>
              <a:ext cx="238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4" name="Google Shape;234;p23"/>
            <p:cNvCxnSpPr/>
            <p:nvPr/>
          </p:nvCxnSpPr>
          <p:spPr>
            <a:xfrm>
              <a:off x="4371975" y="866775"/>
              <a:ext cx="238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5" name="Google Shape;235;p23"/>
            <p:cNvCxnSpPr/>
            <p:nvPr/>
          </p:nvCxnSpPr>
          <p:spPr>
            <a:xfrm>
              <a:off x="4238625" y="991275"/>
              <a:ext cx="133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6" name="Google Shape;236;p23"/>
            <p:cNvCxnSpPr/>
            <p:nvPr/>
          </p:nvCxnSpPr>
          <p:spPr>
            <a:xfrm>
              <a:off x="5591175" y="767025"/>
              <a:ext cx="133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237" name="Google Shape;237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-2384375" y="3308999"/>
            <a:ext cx="5861150" cy="1951775"/>
          </a:xfrm>
          <a:prstGeom prst="rect">
            <a:avLst/>
          </a:prstGeom>
          <a:noFill/>
          <a:ln>
            <a:noFill/>
          </a:ln>
          <a:effectLst>
            <a:outerShdw blurRad="271463" rotWithShape="0" algn="bl">
              <a:schemeClr val="lt2">
                <a:alpha val="72000"/>
              </a:schemeClr>
            </a:outerShdw>
          </a:effectLst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8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8543699">
            <a:off x="8148620" y="3927779"/>
            <a:ext cx="3546408" cy="2315791"/>
          </a:xfrm>
          <a:prstGeom prst="rect">
            <a:avLst/>
          </a:prstGeom>
          <a:noFill/>
          <a:ln>
            <a:noFill/>
          </a:ln>
          <a:effectLst>
            <a:outerShdw blurRad="142875" rotWithShape="0" algn="bl">
              <a:schemeClr val="lt2">
                <a:alpha val="69000"/>
              </a:schemeClr>
            </a:outerShdw>
          </a:effectLst>
        </p:spPr>
      </p:pic>
      <p:pic>
        <p:nvPicPr>
          <p:cNvPr id="241" name="Google Shape;24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525851">
            <a:off x="-1625356" y="-2173849"/>
            <a:ext cx="3614137" cy="3444247"/>
          </a:xfrm>
          <a:prstGeom prst="rect">
            <a:avLst/>
          </a:prstGeom>
          <a:noFill/>
          <a:ln>
            <a:noFill/>
          </a:ln>
          <a:effectLst>
            <a:outerShdw blurRad="142875" rotWithShape="0" algn="bl">
              <a:schemeClr val="lt2">
                <a:alpha val="69000"/>
              </a:schemeClr>
            </a:outerShdw>
          </a:effectLst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_1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4577475" y="-1296342"/>
            <a:ext cx="4252300" cy="4052442"/>
          </a:xfrm>
          <a:prstGeom prst="rect">
            <a:avLst/>
          </a:prstGeom>
          <a:noFill/>
          <a:ln>
            <a:noFill/>
          </a:ln>
          <a:effectLst>
            <a:outerShdw blurRad="157163" rotWithShape="0" algn="bl">
              <a:schemeClr val="lt2">
                <a:alpha val="71000"/>
              </a:schemeClr>
            </a:outerShdw>
          </a:effectLst>
        </p:spPr>
      </p:pic>
      <p:pic>
        <p:nvPicPr>
          <p:cNvPr id="245" name="Google Shape;24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6976236">
            <a:off x="7644526" y="2494609"/>
            <a:ext cx="4252299" cy="4052441"/>
          </a:xfrm>
          <a:prstGeom prst="rect">
            <a:avLst/>
          </a:prstGeom>
          <a:noFill/>
          <a:ln>
            <a:noFill/>
          </a:ln>
          <a:effectLst>
            <a:outerShdw blurRad="157163" rotWithShape="0" algn="bl">
              <a:schemeClr val="lt2">
                <a:alpha val="71000"/>
              </a:schemeClr>
            </a:outerShdw>
          </a:effectLst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>
              <a:schemeClr val="dk1">
                <a:alpha val="58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Michroma"/>
              <a:buNone/>
              <a:defRPr b="1" sz="3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Michroma"/>
              <a:buNone/>
              <a:defRPr b="1" sz="3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Michroma"/>
              <a:buNone/>
              <a:defRPr b="1" sz="3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Michroma"/>
              <a:buNone/>
              <a:defRPr b="1" sz="3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Michroma"/>
              <a:buNone/>
              <a:defRPr b="1" sz="3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Michroma"/>
              <a:buNone/>
              <a:defRPr b="1" sz="3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Michroma"/>
              <a:buNone/>
              <a:defRPr b="1" sz="3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Michroma"/>
              <a:buNone/>
              <a:defRPr b="1" sz="3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Michroma"/>
              <a:buNone/>
              <a:defRPr b="1" sz="3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7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 Medium"/>
              <a:buChar char="●"/>
              <a:defRPr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 Medium"/>
              <a:buChar char="○"/>
              <a:defRPr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 Medium"/>
              <a:buChar char="■"/>
              <a:defRPr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 Medium"/>
              <a:buChar char="●"/>
              <a:defRPr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 Medium"/>
              <a:buChar char="○"/>
              <a:defRPr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 Medium"/>
              <a:buChar char="■"/>
              <a:defRPr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 Medium"/>
              <a:buChar char="●"/>
              <a:defRPr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 Medium"/>
              <a:buChar char="○"/>
              <a:defRPr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 Medium"/>
              <a:buChar char="■"/>
              <a:defRPr>
                <a:solidFill>
                  <a:schemeClr val="dk1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jpg"/><Relationship Id="rId4" Type="http://schemas.openxmlformats.org/officeDocument/2006/relationships/image" Target="../media/image40.jpg"/><Relationship Id="rId5" Type="http://schemas.openxmlformats.org/officeDocument/2006/relationships/image" Target="../media/image19.jpg"/><Relationship Id="rId6" Type="http://schemas.openxmlformats.org/officeDocument/2006/relationships/image" Target="../media/image12.jpg"/><Relationship Id="rId7" Type="http://schemas.openxmlformats.org/officeDocument/2006/relationships/image" Target="../media/image3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8.jpg"/><Relationship Id="rId6" Type="http://schemas.openxmlformats.org/officeDocument/2006/relationships/image" Target="../media/image20.jpg"/><Relationship Id="rId7" Type="http://schemas.openxmlformats.org/officeDocument/2006/relationships/image" Target="../media/image1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Relationship Id="rId4" Type="http://schemas.openxmlformats.org/officeDocument/2006/relationships/image" Target="../media/image17.jpg"/><Relationship Id="rId5" Type="http://schemas.openxmlformats.org/officeDocument/2006/relationships/image" Target="../media/image13.jpg"/><Relationship Id="rId6" Type="http://schemas.openxmlformats.org/officeDocument/2006/relationships/image" Target="../media/image16.jpg"/><Relationship Id="rId7" Type="http://schemas.openxmlformats.org/officeDocument/2006/relationships/image" Target="../media/image11.jpg"/><Relationship Id="rId8" Type="http://schemas.openxmlformats.org/officeDocument/2006/relationships/image" Target="../media/image3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jpg"/><Relationship Id="rId4" Type="http://schemas.openxmlformats.org/officeDocument/2006/relationships/image" Target="../media/image27.jpg"/><Relationship Id="rId9" Type="http://schemas.openxmlformats.org/officeDocument/2006/relationships/image" Target="../media/image37.jpg"/><Relationship Id="rId5" Type="http://schemas.openxmlformats.org/officeDocument/2006/relationships/image" Target="../media/image23.jpg"/><Relationship Id="rId6" Type="http://schemas.openxmlformats.org/officeDocument/2006/relationships/image" Target="../media/image25.jpg"/><Relationship Id="rId7" Type="http://schemas.openxmlformats.org/officeDocument/2006/relationships/image" Target="../media/image28.jpg"/><Relationship Id="rId8" Type="http://schemas.openxmlformats.org/officeDocument/2006/relationships/image" Target="../media/image26.jpg"/><Relationship Id="rId11" Type="http://schemas.openxmlformats.org/officeDocument/2006/relationships/image" Target="../media/image29.jpg"/><Relationship Id="rId10" Type="http://schemas.openxmlformats.org/officeDocument/2006/relationships/image" Target="../media/image32.jpg"/><Relationship Id="rId12" Type="http://schemas.openxmlformats.org/officeDocument/2006/relationships/image" Target="../media/image3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jpg"/><Relationship Id="rId4" Type="http://schemas.openxmlformats.org/officeDocument/2006/relationships/image" Target="../media/image38.jpg"/><Relationship Id="rId9" Type="http://schemas.openxmlformats.org/officeDocument/2006/relationships/image" Target="../media/image33.jpg"/><Relationship Id="rId5" Type="http://schemas.openxmlformats.org/officeDocument/2006/relationships/image" Target="../media/image34.jpg"/><Relationship Id="rId6" Type="http://schemas.openxmlformats.org/officeDocument/2006/relationships/image" Target="../media/image41.jpg"/><Relationship Id="rId7" Type="http://schemas.openxmlformats.org/officeDocument/2006/relationships/image" Target="../media/image30.jpg"/><Relationship Id="rId8" Type="http://schemas.openxmlformats.org/officeDocument/2006/relationships/image" Target="../media/image3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ctrTitle"/>
          </p:nvPr>
        </p:nvSpPr>
        <p:spPr>
          <a:xfrm>
            <a:off x="713248" y="1832988"/>
            <a:ext cx="7717500" cy="147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MEGAByte Jam 2025 </a:t>
            </a:r>
            <a:endParaRPr/>
          </a:p>
        </p:txBody>
      </p:sp>
      <p:sp>
        <p:nvSpPr>
          <p:cNvPr id="251" name="Google Shape;251;p26"/>
          <p:cNvSpPr txBox="1"/>
          <p:nvPr>
            <p:ph idx="1" type="subTitle"/>
          </p:nvPr>
        </p:nvSpPr>
        <p:spPr>
          <a:xfrm>
            <a:off x="1700401" y="3310488"/>
            <a:ext cx="57432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 Direction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type="title"/>
          </p:nvPr>
        </p:nvSpPr>
        <p:spPr>
          <a:xfrm>
            <a:off x="3456038" y="352425"/>
            <a:ext cx="533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 STYLE</a:t>
            </a:r>
            <a:endParaRPr/>
          </a:p>
        </p:txBody>
      </p:sp>
      <p:sp>
        <p:nvSpPr>
          <p:cNvPr id="257" name="Google Shape;257;p27"/>
          <p:cNvSpPr txBox="1"/>
          <p:nvPr>
            <p:ph idx="1" type="body"/>
          </p:nvPr>
        </p:nvSpPr>
        <p:spPr>
          <a:xfrm>
            <a:off x="3733025" y="985825"/>
            <a:ext cx="5338200" cy="18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THICK</a:t>
            </a:r>
            <a:r>
              <a:rPr lang="en"/>
              <a:t> outlines, </a:t>
            </a:r>
            <a:r>
              <a:rPr lang="en" sz="1400"/>
              <a:t>thin</a:t>
            </a:r>
            <a:r>
              <a:rPr lang="en" sz="1400"/>
              <a:t> </a:t>
            </a:r>
            <a:r>
              <a:rPr lang="en"/>
              <a:t>inlines.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Bold, clean, and confident shapes.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Silhouette breaking.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60-30-10 color rule.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High contrast = high importance.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Cartoon Network</a:t>
            </a:r>
            <a:endParaRPr/>
          </a:p>
        </p:txBody>
      </p:sp>
      <p:pic>
        <p:nvPicPr>
          <p:cNvPr id="258" name="Google Shape;258;p27" title="2df06a6d0c6b08b5bfb67ca902c37f4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2324" y="3010968"/>
            <a:ext cx="1336482" cy="1890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7" title="3dc8c26fc60b5d4704921eef565d48dc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646" y="616227"/>
            <a:ext cx="1393547" cy="1890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7" title="5f4c5fbfa503f15a5a4a842f3d8fc7ba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9760" y="925127"/>
            <a:ext cx="1421705" cy="1890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7" title="173585533e0b6d5bd2956c7dc9d83d27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2328" y="3010971"/>
            <a:ext cx="796029" cy="1890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7" title="JSR3_Key_Art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12775" y="2936525"/>
            <a:ext cx="3624714" cy="2038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 txBox="1"/>
          <p:nvPr>
            <p:ph type="title"/>
          </p:nvPr>
        </p:nvSpPr>
        <p:spPr>
          <a:xfrm>
            <a:off x="2938750" y="445025"/>
            <a:ext cx="589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Supplemental Art</a:t>
            </a:r>
            <a:endParaRPr/>
          </a:p>
        </p:txBody>
      </p:sp>
      <p:sp>
        <p:nvSpPr>
          <p:cNvPr id="268" name="Google Shape;268;p28"/>
          <p:cNvSpPr txBox="1"/>
          <p:nvPr>
            <p:ph idx="1" type="body"/>
          </p:nvPr>
        </p:nvSpPr>
        <p:spPr>
          <a:xfrm>
            <a:off x="3368075" y="1152475"/>
            <a:ext cx="5464500" cy="12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Shapes, shapes, shapes, and more shapes.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Character defining elements.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Design with intent and purpose.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Player needs to know where to look.</a:t>
            </a:r>
            <a:endParaRPr/>
          </a:p>
        </p:txBody>
      </p:sp>
      <p:pic>
        <p:nvPicPr>
          <p:cNvPr id="269" name="Google Shape;269;p28" title="8e3de27675304618ef52d4401e299c0f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632" y="2956670"/>
            <a:ext cx="1465226" cy="1897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8" title="64dd7191e9b81c74c8e9bc3de63797b3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2876" y="2880751"/>
            <a:ext cx="1056616" cy="20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8" title="0935eefbe9bd64163b43c3b22edc5d29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4525" y="2918576"/>
            <a:ext cx="1919285" cy="2049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8" title="b5cd8065f62884c546536eab1c1b0b8d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2634" y="700426"/>
            <a:ext cx="1394922" cy="2049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8" title="f63b71391a1fa3f02be670f38549c853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42875" y="809563"/>
            <a:ext cx="1465225" cy="1831521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8"/>
          <p:cNvSpPr txBox="1"/>
          <p:nvPr>
            <p:ph idx="1" type="body"/>
          </p:nvPr>
        </p:nvSpPr>
        <p:spPr>
          <a:xfrm>
            <a:off x="5048825" y="3933075"/>
            <a:ext cx="3770400" cy="10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*Artist depicted are Jamie Hewlett and Ashley Wood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9"/>
          <p:cNvSpPr txBox="1"/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</a:t>
            </a:r>
            <a:endParaRPr/>
          </a:p>
        </p:txBody>
      </p:sp>
      <p:sp>
        <p:nvSpPr>
          <p:cNvPr id="280" name="Google Shape;280;p29"/>
          <p:cNvSpPr txBox="1"/>
          <p:nvPr>
            <p:ph idx="1" type="body"/>
          </p:nvPr>
        </p:nvSpPr>
        <p:spPr>
          <a:xfrm>
            <a:off x="4418325" y="1152475"/>
            <a:ext cx="460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Harmonious in tones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Values should be ~50% and low contrast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Saturate colors are reserved for important </a:t>
            </a:r>
            <a:r>
              <a:rPr lang="en"/>
              <a:t>architectures.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Simple shapes that are pushed in silhouette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Aesthetic over functionality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200"/>
              <a:buChar char="■"/>
            </a:pPr>
            <a:r>
              <a:rPr lang="en" sz="1200">
                <a:solidFill>
                  <a:srgbClr val="D9D9D9"/>
                </a:solidFill>
              </a:rPr>
              <a:t>The house doesn’t necessarily need to be/look big enough for 5 rooms, just needs to look cool</a:t>
            </a:r>
            <a:endParaRPr sz="1200">
              <a:solidFill>
                <a:srgbClr val="D9D9D9"/>
              </a:solidFill>
            </a:endParaRPr>
          </a:p>
        </p:txBody>
      </p:sp>
      <p:pic>
        <p:nvPicPr>
          <p:cNvPr id="281" name="Google Shape;281;p29" title="96b58cb3a65077e0a6f1ae6a8db4aaaf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8402" y="3108105"/>
            <a:ext cx="1066424" cy="1779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9" title="864c079a7b89834cfac48e2df72ca1a8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850" y="2996368"/>
            <a:ext cx="1282769" cy="1779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9" title="45961f8a69f4ddb1e379e23dc3c9c0e4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3852" y="1152475"/>
            <a:ext cx="2372758" cy="172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9" title="beb9fa65f7e7b9b5d8d79cf678a8e4e0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36406" y="3131156"/>
            <a:ext cx="2422191" cy="1733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9" title="c56636cc18986f7f0dc83053ccbb722e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45584" y="1216805"/>
            <a:ext cx="1779569" cy="1779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9" title="0b664db60892389c7d6e24faacda74e2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64625" y="3669300"/>
            <a:ext cx="2166000" cy="121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0"/>
          <p:cNvSpPr txBox="1"/>
          <p:nvPr>
            <p:ph type="title"/>
          </p:nvPr>
        </p:nvSpPr>
        <p:spPr>
          <a:xfrm>
            <a:off x="2980850" y="445025"/>
            <a:ext cx="585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Rooted in Reality</a:t>
            </a:r>
            <a:endParaRPr/>
          </a:p>
        </p:txBody>
      </p:sp>
      <p:sp>
        <p:nvSpPr>
          <p:cNvPr id="292" name="Google Shape;292;p30"/>
          <p:cNvSpPr txBox="1"/>
          <p:nvPr>
            <p:ph idx="1" type="body"/>
          </p:nvPr>
        </p:nvSpPr>
        <p:spPr>
          <a:xfrm>
            <a:off x="3258650" y="1152475"/>
            <a:ext cx="5573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Rooted in late 90s-2000s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Grunge + Y2K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Y2K futurism/ Frutiger Aero.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Lots of textures and colors.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Fun and bold choices.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SPYKids</a:t>
            </a:r>
            <a:endParaRPr/>
          </a:p>
        </p:txBody>
      </p:sp>
      <p:pic>
        <p:nvPicPr>
          <p:cNvPr id="293" name="Google Shape;293;p30" title="492ecdfe6d2b2969e71fc0632468c56f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01" y="445014"/>
            <a:ext cx="669516" cy="669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0" title="f1ed77c5be9ec7f8d5851245c4a294ed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1521" y="71525"/>
            <a:ext cx="1414945" cy="1165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0" title="16b969d55331f822e3907e2540ffc1fc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09424" y="2636019"/>
            <a:ext cx="973281" cy="973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0" title="292571694f0a08e7ad78c558f16ad03d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9650" y="2494515"/>
            <a:ext cx="1184022" cy="1165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0" title="c3f057ff19de4847fc17beb8865630c2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2901" y="1198697"/>
            <a:ext cx="973284" cy="1151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0" title="9c5c047b87689fbc09fce6bc67c7d5b5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64087" y="1269979"/>
            <a:ext cx="1400888" cy="1333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0" title="f2114bdc-6275-4ee3-ac88-9107fa50e6ab_680x333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92900" y="3695580"/>
            <a:ext cx="2787951" cy="1365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0" title="dw.jp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055475" y="3510400"/>
            <a:ext cx="2254199" cy="1550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0" title="200-futuristic-y2k-vector-shapes-zuli.jp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898900" y="1348653"/>
            <a:ext cx="2039450" cy="203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0" title="1_AxovtjlWn5kTkAz7WERHjg.jp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384300" y="3437476"/>
            <a:ext cx="3625689" cy="1696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1"/>
          <p:cNvSpPr txBox="1"/>
          <p:nvPr>
            <p:ph type="title"/>
          </p:nvPr>
        </p:nvSpPr>
        <p:spPr>
          <a:xfrm>
            <a:off x="4433625" y="445025"/>
            <a:ext cx="4398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Vibe</a:t>
            </a:r>
            <a:endParaRPr/>
          </a:p>
        </p:txBody>
      </p:sp>
      <p:sp>
        <p:nvSpPr>
          <p:cNvPr id="308" name="Google Shape;308;p31"/>
          <p:cNvSpPr txBox="1"/>
          <p:nvPr>
            <p:ph idx="1" type="body"/>
          </p:nvPr>
        </p:nvSpPr>
        <p:spPr>
          <a:xfrm>
            <a:off x="4639225" y="1152475"/>
            <a:ext cx="4193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Dark Humor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Doesn’t take itself too seriously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Chill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“Subway Kid”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“Skater vibes”</a:t>
            </a:r>
            <a:endParaRPr/>
          </a:p>
        </p:txBody>
      </p:sp>
      <p:pic>
        <p:nvPicPr>
          <p:cNvPr id="309" name="Google Shape;309;p31" title="55853cedab3ebee843fa4b3824bdb9f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5740" y="1319648"/>
            <a:ext cx="1073682" cy="1344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1" title="b9a48b344c593c52f97c4c8366f11d0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153" y="2723624"/>
            <a:ext cx="1593604" cy="1810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1" title="d9f0cd70e2b14f1ab024466bff4e8f05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70762" y="761625"/>
            <a:ext cx="1217574" cy="1810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1" title="def30963440dc6535c3b7e7967e647ba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88875" y="2875148"/>
            <a:ext cx="2358471" cy="1810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1" title="ed3b647a3edb1fa17c34dee19289fda4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1031" y="488200"/>
            <a:ext cx="1448101" cy="1810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1" title="75cc9492da01f76e5a1164fe46e50bd6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82475" y="3031075"/>
            <a:ext cx="1808620" cy="181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1" title="08bca2dff4b65a9b027a1af1a1738f42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38925" y="2298316"/>
            <a:ext cx="2131075" cy="2542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lobal Technology Research Center by Slidesgo">
  <a:themeElements>
    <a:clrScheme name="Simple Light">
      <a:dk1>
        <a:srgbClr val="FFFFFF"/>
      </a:dk1>
      <a:lt1>
        <a:srgbClr val="051638"/>
      </a:lt1>
      <a:dk2>
        <a:srgbClr val="135B97"/>
      </a:dk2>
      <a:lt2>
        <a:srgbClr val="16AFC0"/>
      </a:lt2>
      <a:accent1>
        <a:srgbClr val="CFCFC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